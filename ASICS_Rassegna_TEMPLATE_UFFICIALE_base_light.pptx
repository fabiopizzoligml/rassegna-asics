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4.xml"/>
  <Override ContentType="application/vnd.openxmlformats-officedocument.presentationml.notesSlide+xml" PartName="/ppt/notesSlides/notesSlide1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7.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12.xml"/>
  <Override ContentType="application/vnd.openxmlformats-officedocument.presentationml.slide+xml" PartName="/ppt/slides/slide21.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4"/>
    <p:sldMasterId id="2147483672" r:id="rId5"/>
  </p:sldMasterIdLst>
  <p:notesMasterIdLst>
    <p:notesMasterId r:id="rId6"/>
  </p:notesMasterIdLst>
  <p:sldIdLst>
    <p:sldId id="258" r:id="rId9"/>
    <p:sldId id="259" r:id="rId10"/>
    <p:sldId id="260" r:id="rId11"/>
    <p:sldId id="272" r:id="rId23"/>
    <p:sldId id="265" r:id="rId16"/>
    <p:sldId id="316" r:id="rId116"/>
    <p:sldId id="261" r:id="rId12"/>
    <p:sldId id="317" r:id="rId117"/>
    <p:sldId id="318" r:id="rId118"/>
    <p:sldId id="262" r:id="rId13"/>
    <p:sldId id="319" r:id="rId119"/>
    <p:sldId id="276" r:id="rId27"/>
    <p:sldId id="320" r:id="rId120"/>
    <p:sldId id="263" r:id="rId14"/>
    <p:sldId id="267" r:id="rId18"/>
    <p:sldId id="297"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113">
          <p15:clr>
            <a:srgbClr val="747775"/>
          </p15:clr>
        </p15:guide>
        <p15:guide id="3" orient="horz" pos="113">
          <p15:clr>
            <a:srgbClr val="747775"/>
          </p15:clr>
        </p15:guide>
        <p15:guide id="4" pos="5647">
          <p15:clr>
            <a:srgbClr val="747775"/>
          </p15:clr>
        </p15:guide>
        <p15:guide id="5" orient="horz" pos="3127">
          <p15:clr>
            <a:srgbClr val="747775"/>
          </p15:clr>
        </p15:guide>
        <p15:guide id="6" orient="horz" pos="227">
          <p15:clr>
            <a:srgbClr val="747775"/>
          </p15:clr>
        </p15:guide>
        <p15:guide id="7" pos="1917">
          <p15:clr>
            <a:srgbClr val="747775"/>
          </p15:clr>
        </p15:guide>
        <p15:guide id="8" pos="2035">
          <p15:clr>
            <a:srgbClr val="747775"/>
          </p15:clr>
        </p15:guide>
        <p15:guide id="9" pos="3725">
          <p15:clr>
            <a:srgbClr val="747775"/>
          </p15:clr>
        </p15:guide>
        <p15:guide id="10" pos="3843">
          <p15:clr>
            <a:srgbClr val="747775"/>
          </p15:clr>
        </p15:guide>
        <p15:guide id="11" orient="horz" pos="340">
          <p15:clr>
            <a:srgbClr val="747775"/>
          </p15:clr>
        </p15:guide>
        <p15:guide id="12" orient="horz" pos="680">
          <p15:clr>
            <a:srgbClr val="747775"/>
          </p15:clr>
        </p15:guide>
        <p15:guide id="13" pos="227">
          <p15:clr>
            <a:srgbClr val="747775"/>
          </p15:clr>
        </p15:guide>
        <p15:guide id="14" pos="5534">
          <p15:clr>
            <a:srgbClr val="747775"/>
          </p15:clr>
        </p15:guide>
        <p15:guide id="15" orient="horz" pos="3013">
          <p15:clr>
            <a:srgbClr val="747775"/>
          </p15:clr>
        </p15:guide>
        <p15:guide id="16" orient="horz" pos="1113">
          <p15:clr>
            <a:srgbClr val="747775"/>
          </p15:clr>
        </p15:guide>
        <p15:guide id="17" orient="horz" pos="990">
          <p15:clr>
            <a:srgbClr val="747775"/>
          </p15:clr>
        </p15:guide>
        <p15:guide id="18" pos="2176">
          <p15:clr>
            <a:srgbClr val="747775"/>
          </p15:clr>
        </p15:guide>
        <p15:guide id="19" pos="3584">
          <p15:clr>
            <a:srgbClr val="747775"/>
          </p15:clr>
        </p15:guide>
        <p15:guide id="20"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113"/>
        <p:guide pos="113" orient="horz"/>
        <p:guide pos="5647"/>
        <p:guide pos="3127" orient="horz"/>
        <p:guide pos="227" orient="horz"/>
        <p:guide pos="1917"/>
        <p:guide pos="2035"/>
        <p:guide pos="3725"/>
        <p:guide pos="3843"/>
        <p:guide pos="340" orient="horz"/>
        <p:guide pos="680" orient="horz"/>
        <p:guide pos="227"/>
        <p:guide pos="5534"/>
        <p:guide pos="3013" orient="horz"/>
        <p:guide pos="1113" orient="horz"/>
        <p:guide pos="990" orient="horz"/>
        <p:guide pos="2176"/>
        <p:guide pos="3584"/>
        <p:guide pos="2880"/>
      </p:guideLst>
    </p:cSldViewPr>
  </p:slideViewPr>
</p:viewPr>
</file>

<file path=ppt/_rels/presentation.xml.rels><?xml version="1.0" encoding="utf-8"?><Relationships xmlns="http://schemas.openxmlformats.org/package/2006/relationships"><Relationship Id="rId48" Type="http://schemas.openxmlformats.org/officeDocument/2006/relationships/slide" Target="slides/slide42.xml"/><Relationship Id="rId23" Type="http://schemas.openxmlformats.org/officeDocument/2006/relationships/slide" Target="slides/slide17.xml"/><Relationship Id="rId27" Type="http://schemas.openxmlformats.org/officeDocument/2006/relationships/slide" Target="slides/slide21.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4" Type="http://schemas.openxmlformats.org/officeDocument/2006/relationships/slide" Target="slides/slide8.xml"/><Relationship Id="rId16" Type="http://schemas.openxmlformats.org/officeDocument/2006/relationships/slide" Target="slides/slide10.xml"/><Relationship Id="rId18" Type="http://schemas.openxmlformats.org/officeDocument/2006/relationships/slide" Target="slides/slide12.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  <Relationship Id="rId116" Type="http://schemas.openxmlformats.org/officeDocument/2006/relationships/slide" Target="slides/slide61.xml"/>
  <Relationship Id="rId117" Type="http://schemas.openxmlformats.org/officeDocument/2006/relationships/slide" Target="slides/slide62.xml"/>
  <Relationship Id="rId118" Type="http://schemas.openxmlformats.org/officeDocument/2006/relationships/slide" Target="slides/slide63.xml"/>
  <Relationship Id="rId119" Type="http://schemas.openxmlformats.org/officeDocument/2006/relationships/slide" Target="slides/slide64.xml"/>
  <Relationship Id="rId120" Type="http://schemas.openxmlformats.org/officeDocument/2006/relationships/slide" Target="slides/slide6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a53f2777f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a53f2777f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a53f2777f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a53f2777f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b844528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b844528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844528b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844528b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b844528b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b844528b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b844528b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b844528b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a785738c0_13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a785738c0_13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b844528b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b844528b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125202d6e28b71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125202d6e28b71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2506a1d243fbc559_1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2506a1d243fbc559_1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fa785738c0_13_1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fa785738c0_13_1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5809" y="4719276"/>
            <a:ext cx="548700" cy="393600"/>
          </a:xfrm>
          <a:prstGeom prst="rect">
            <a:avLst/>
          </a:prstGeom>
        </p:spPr>
        <p:txBody>
          <a:bodyPr anchorCtr="0" anchor="t" bIns="91425" lIns="91425" spcFirstLastPara="1" rIns="91425" wrap="square" tIns="91425">
            <a:noAutofit/>
          </a:bodyPr>
          <a:lstStyle>
            <a:lvl1pPr lvl="0">
              <a:buNone/>
              <a:defRPr sz="900">
                <a:latin typeface="Familjen Grotesk"/>
                <a:ea typeface="Familjen Grotesk"/>
                <a:cs typeface="Familjen Grotesk"/>
                <a:sym typeface="Familjen Grotesk"/>
              </a:defRPr>
            </a:lvl1pPr>
            <a:lvl2pPr lvl="1">
              <a:buNone/>
              <a:defRPr sz="900">
                <a:latin typeface="Familjen Grotesk"/>
                <a:ea typeface="Familjen Grotesk"/>
                <a:cs typeface="Familjen Grotesk"/>
                <a:sym typeface="Familjen Grotesk"/>
              </a:defRPr>
            </a:lvl2pPr>
            <a:lvl3pPr lvl="2">
              <a:buNone/>
              <a:defRPr sz="900">
                <a:latin typeface="Familjen Grotesk"/>
                <a:ea typeface="Familjen Grotesk"/>
                <a:cs typeface="Familjen Grotesk"/>
                <a:sym typeface="Familjen Grotesk"/>
              </a:defRPr>
            </a:lvl3pPr>
            <a:lvl4pPr lvl="3">
              <a:buNone/>
              <a:defRPr sz="900">
                <a:latin typeface="Familjen Grotesk"/>
                <a:ea typeface="Familjen Grotesk"/>
                <a:cs typeface="Familjen Grotesk"/>
                <a:sym typeface="Familjen Grotesk"/>
              </a:defRPr>
            </a:lvl4pPr>
            <a:lvl5pPr lvl="4">
              <a:buNone/>
              <a:defRPr sz="900">
                <a:latin typeface="Familjen Grotesk"/>
                <a:ea typeface="Familjen Grotesk"/>
                <a:cs typeface="Familjen Grotesk"/>
                <a:sym typeface="Familjen Grotesk"/>
              </a:defRPr>
            </a:lvl5pPr>
            <a:lvl6pPr lvl="5">
              <a:buNone/>
              <a:defRPr sz="900">
                <a:latin typeface="Familjen Grotesk"/>
                <a:ea typeface="Familjen Grotesk"/>
                <a:cs typeface="Familjen Grotesk"/>
                <a:sym typeface="Familjen Grotesk"/>
              </a:defRPr>
            </a:lvl6pPr>
            <a:lvl7pPr lvl="6">
              <a:buNone/>
              <a:defRPr sz="900">
                <a:latin typeface="Familjen Grotesk"/>
                <a:ea typeface="Familjen Grotesk"/>
                <a:cs typeface="Familjen Grotesk"/>
                <a:sym typeface="Familjen Grotesk"/>
              </a:defRPr>
            </a:lvl7pPr>
            <a:lvl8pPr lvl="7">
              <a:buNone/>
              <a:defRPr sz="900">
                <a:latin typeface="Familjen Grotesk"/>
                <a:ea typeface="Familjen Grotesk"/>
                <a:cs typeface="Familjen Grotesk"/>
                <a:sym typeface="Familjen Grotesk"/>
              </a:defRPr>
            </a:lvl8pPr>
            <a:lvl9pPr lvl="8">
              <a:buNone/>
              <a:defRPr sz="900">
                <a:latin typeface="Familjen Grotesk"/>
                <a:ea typeface="Familjen Grotesk"/>
                <a:cs typeface="Familjen Grotesk"/>
                <a:sym typeface="Familjen Grotesk"/>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8" name="Shape 58"/>
        <p:cNvGrpSpPr/>
        <p:nvPr/>
      </p:nvGrpSpPr>
      <p:grpSpPr>
        <a:xfrm>
          <a:off x="0" y="0"/>
          <a:ext cx="0" cy="0"/>
          <a:chOff x="0" y="0"/>
          <a:chExt cx="0" cy="0"/>
        </a:xfrm>
      </p:grpSpPr>
      <p:sp>
        <p:nvSpPr>
          <p:cNvPr id="59" name="Google Shape;59;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0" name="Google Shape;60;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1" name="Google Shape;61;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2" name="Shape 62"/>
        <p:cNvGrpSpPr/>
        <p:nvPr/>
      </p:nvGrpSpPr>
      <p:grpSpPr>
        <a:xfrm>
          <a:off x="0" y="0"/>
          <a:ext cx="0" cy="0"/>
          <a:chOff x="0" y="0"/>
          <a:chExt cx="0" cy="0"/>
        </a:xfrm>
      </p:grpSpPr>
      <p:sp>
        <p:nvSpPr>
          <p:cNvPr id="63" name="Google Shape;63;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 name="Google Shape;64;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68" name="Google Shape;68;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2" name="Google Shape;72;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3" name="Google Shape;73;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0" name="Google Shape;80;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 name="Shape 81"/>
        <p:cNvGrpSpPr/>
        <p:nvPr/>
      </p:nvGrpSpPr>
      <p:grpSpPr>
        <a:xfrm>
          <a:off x="0" y="0"/>
          <a:ext cx="0" cy="0"/>
          <a:chOff x="0" y="0"/>
          <a:chExt cx="0" cy="0"/>
        </a:xfrm>
      </p:grpSpPr>
      <p:sp>
        <p:nvSpPr>
          <p:cNvPr id="82" name="Google Shape;82;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3" name="Google Shape;83;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7" name="Google Shape;87;p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8" name="Google Shape;88;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9" name="Google Shape;89;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5" name="Google Shape;95;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96" name="Google Shape;96;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7.png"/><Relationship Id="rId5"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6.jpg"/><Relationship Id="rId4" Type="http://schemas.openxmlformats.org/officeDocument/2006/relationships/image" Target="../media/image37.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5.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8.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6.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0.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 Id="rId6"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8.jpg"/><Relationship Id="rId4" Type="http://schemas.openxmlformats.org/officeDocument/2006/relationships/image" Target="../media/image16.jpg"/><Relationship Id="rId9"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16.jpg"/><Relationship Id="rId4" Type="http://schemas.openxmlformats.org/officeDocument/2006/relationships/image" Target="../media/image7.png"/><Relationship Id="rId5" Type="http://schemas.openxmlformats.org/officeDocument/2006/relationships/image" Target="../media/image10.jpg"/></Relationships>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7" name="Shape 137"/>
        <p:cNvGrpSpPr/>
        <p:nvPr/>
      </p:nvGrpSpPr>
      <p:grpSpPr>
        <a:xfrm>
          <a:off x="0" y="0"/>
          <a:ext cx="0" cy="0"/>
          <a:chOff x="0" y="0"/>
          <a:chExt cx="0" cy="0"/>
        </a:xfrm>
      </p:grpSpPr>
      <p:pic>
        <p:nvPicPr>
          <p:cNvPr id="138" name="Google Shape;138;p28" title="820f95a6eb64057319affc233dcad8cd.jpg"/>
          <p:cNvPicPr preferRelativeResize="0"/>
          <p:nvPr/>
        </p:nvPicPr>
        <p:blipFill rotWithShape="1">
          <a:blip r:embed="rId3">
            <a:alphaModFix amt="80000"/>
          </a:blip>
          <a:srcRect b="41356" l="0" r="0" t="27003"/>
          <a:stretch/>
        </p:blipFill>
        <p:spPr>
          <a:xfrm>
            <a:off x="25" y="0"/>
            <a:ext cx="9144000" cy="5143501"/>
          </a:xfrm>
          <a:prstGeom prst="rect">
            <a:avLst/>
          </a:prstGeom>
          <a:noFill/>
          <a:ln>
            <a:noFill/>
          </a:ln>
        </p:spPr>
      </p:pic>
      <p:sp>
        <p:nvSpPr>
          <p:cNvPr id="139" name="Google Shape;139;p28"/>
          <p:cNvSpPr txBox="1"/>
          <p:nvPr>
            <p:ph type="ctrTitle"/>
          </p:nvPr>
        </p:nvSpPr>
        <p:spPr>
          <a:xfrm>
            <a:off x="2170650" y="3517345"/>
            <a:ext cx="4802700" cy="327600"/>
          </a:xfrm>
          <a:prstGeom prst="rect">
            <a:avLst/>
          </a:prstGeom>
        </p:spPr>
        <p:txBody>
          <a:bodyPr anchorCtr="0" anchor="t" bIns="0" lIns="0" spcFirstLastPara="1" rIns="0" wrap="square" tIns="0">
            <a:noAutofit/>
          </a:bodyPr>
          <a:lstStyle/>
          <a:p>
            <a:pPr indent="0" lvl="0" marL="0" rtl="0" algn="ctr">
              <a:lnSpc>
                <a:spcPct val="75000"/>
              </a:lnSpc>
              <a:spcBef>
                <a:spcPts val="0"/>
              </a:spcBef>
              <a:spcAft>
                <a:spcPts val="0"/>
              </a:spcAft>
              <a:buNone/>
            </a:pPr>
            <a:r>
              <a:rPr lang="it" sz="1500">
                <a:solidFill>
                  <a:schemeClr val="lt1"/>
                </a:solidFill>
                <a:latin typeface="Jost"/>
                <a:ea typeface="Jost"/>
                <a:cs typeface="Jost"/>
                <a:sym typeface="Jost"/>
              </a:rPr>
              <a:t>Lorem ipsum dolor sit amet consectetur </a:t>
            </a:r>
            <a:endParaRPr sz="1500">
              <a:solidFill>
                <a:schemeClr val="lt1"/>
              </a:solidFill>
              <a:latin typeface="Jost"/>
              <a:ea typeface="Jost"/>
              <a:cs typeface="Jost"/>
              <a:sym typeface="Jost"/>
            </a:endParaRPr>
          </a:p>
          <a:p>
            <a:pPr indent="0" lvl="0" marL="0" rtl="0" algn="ctr">
              <a:lnSpc>
                <a:spcPct val="75000"/>
              </a:lnSpc>
              <a:spcBef>
                <a:spcPts val="0"/>
              </a:spcBef>
              <a:spcAft>
                <a:spcPts val="0"/>
              </a:spcAft>
              <a:buNone/>
            </a:pPr>
            <a:r>
              <a:rPr lang="it" sz="1500">
                <a:solidFill>
                  <a:schemeClr val="lt1"/>
                </a:solidFill>
                <a:latin typeface="Jost"/>
                <a:ea typeface="Jost"/>
                <a:cs typeface="Jost"/>
                <a:sym typeface="Jost"/>
              </a:rPr>
              <a:t>adipiscing elit</a:t>
            </a:r>
            <a:endParaRPr sz="1500">
              <a:solidFill>
                <a:schemeClr val="lt1"/>
              </a:solidFill>
              <a:latin typeface="Jost"/>
              <a:ea typeface="Jost"/>
              <a:cs typeface="Jost"/>
              <a:sym typeface="Jost"/>
            </a:endParaRPr>
          </a:p>
        </p:txBody>
      </p:sp>
      <p:sp>
        <p:nvSpPr>
          <p:cNvPr id="140" name="Google Shape;140;p28"/>
          <p:cNvSpPr/>
          <p:nvPr/>
        </p:nvSpPr>
        <p:spPr>
          <a:xfrm>
            <a:off x="1355400" y="1854756"/>
            <a:ext cx="6433200" cy="1434000"/>
          </a:xfrm>
          <a:prstGeom prst="roundRect">
            <a:avLst>
              <a:gd fmla="val 18645" name="adj"/>
            </a:avLst>
          </a:prstGeom>
          <a:gradFill>
            <a:gsLst>
              <a:gs pos="0">
                <a:srgbClr val="696969">
                  <a:alpha val="45098"/>
                </a:srgbClr>
              </a:gs>
              <a:gs pos="100000">
                <a:srgbClr val="1D1D1D">
                  <a:alpha val="64706"/>
                </a:srgbClr>
              </a:gs>
            </a:gsLst>
            <a:path path="circle">
              <a:fillToRect b="50%" l="50%" r="50%" t="50%"/>
            </a:path>
            <a:tileRect/>
          </a:gradFill>
          <a:ln cap="flat" cmpd="sng" w="4375">
            <a:solidFill>
              <a:srgbClr val="FF9903"/>
            </a:solidFill>
            <a:prstDash val="solid"/>
            <a:round/>
            <a:headEnd len="sm" w="sm" type="none"/>
            <a:tailEnd len="sm" w="sm" type="none"/>
          </a:ln>
          <a:effectLst>
            <a:outerShdw blurRad="658394" rotWithShape="0" algn="bl" dir="5400000" dist="8779">
              <a:srgbClr val="FF9903">
                <a:alpha val="5000"/>
              </a:srgbClr>
            </a:outerShdw>
          </a:effectLst>
        </p:spPr>
        <p:txBody>
          <a:bodyPr anchorCtr="0" anchor="ctr" bIns="42125" lIns="42125" spcFirstLastPara="1" rIns="42125" wrap="square" tIns="42125">
            <a:noAutofit/>
          </a:bodyPr>
          <a:lstStyle/>
          <a:p>
            <a:pPr indent="0" lvl="0" marL="0" rtl="0" algn="ctr">
              <a:spcBef>
                <a:spcPts val="0"/>
              </a:spcBef>
              <a:spcAft>
                <a:spcPts val="0"/>
              </a:spcAft>
              <a:buNone/>
            </a:pPr>
            <a:r>
              <a:t/>
            </a:r>
            <a:endParaRPr sz="700"/>
          </a:p>
        </p:txBody>
      </p:sp>
      <p:sp>
        <p:nvSpPr>
          <p:cNvPr id="141" name="Google Shape;141;p28"/>
          <p:cNvSpPr txBox="1"/>
          <p:nvPr>
            <p:ph type="ctrTitle"/>
          </p:nvPr>
        </p:nvSpPr>
        <p:spPr>
          <a:xfrm>
            <a:off x="1926925" y="2178301"/>
            <a:ext cx="5290200" cy="8202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b="1" lang="it" sz="3501">
                <a:solidFill>
                  <a:schemeClr val="lt1"/>
                </a:solidFill>
                <a:latin typeface="Unbounded"/>
                <a:ea typeface="Unbounded"/>
                <a:cs typeface="Unbounded"/>
                <a:sym typeface="Unbounded"/>
              </a:rPr>
              <a:t>Milan Design Week</a:t>
            </a:r>
            <a:endParaRPr b="1" sz="3501">
              <a:solidFill>
                <a:schemeClr val="lt1"/>
              </a:solidFill>
              <a:latin typeface="Unbounded"/>
              <a:ea typeface="Unbounded"/>
              <a:cs typeface="Unbounded"/>
              <a:sym typeface="Unbounded"/>
            </a:endParaRPr>
          </a:p>
          <a:p>
            <a:pPr indent="0" lvl="0" marL="0" rtl="0" algn="ctr">
              <a:lnSpc>
                <a:spcPct val="80000"/>
              </a:lnSpc>
              <a:spcBef>
                <a:spcPts val="0"/>
              </a:spcBef>
              <a:spcAft>
                <a:spcPts val="0"/>
              </a:spcAft>
              <a:buNone/>
            </a:pPr>
            <a:r>
              <a:rPr b="1" lang="it" sz="3501">
                <a:solidFill>
                  <a:schemeClr val="lt1"/>
                </a:solidFill>
                <a:latin typeface="Unbounded"/>
                <a:ea typeface="Unbounded"/>
                <a:cs typeface="Unbounded"/>
                <a:sym typeface="Unbounded"/>
              </a:rPr>
              <a:t>Activation</a:t>
            </a:r>
            <a:endParaRPr b="1" sz="3501">
              <a:solidFill>
                <a:schemeClr val="lt1"/>
              </a:solidFill>
              <a:latin typeface="Unbounded"/>
              <a:ea typeface="Unbounded"/>
              <a:cs typeface="Unbounded"/>
              <a:sym typeface="Unbounded"/>
            </a:endParaRPr>
          </a:p>
        </p:txBody>
      </p:sp>
      <p:cxnSp>
        <p:nvCxnSpPr>
          <p:cNvPr id="142" name="Google Shape;142;p28"/>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143" name="Google Shape;143;p28"/>
          <p:cNvPicPr preferRelativeResize="0"/>
          <p:nvPr/>
        </p:nvPicPr>
        <p:blipFill>
          <a:blip r:embed="rId4">
            <a:alphaModFix/>
          </a:blip>
          <a:stretch>
            <a:fillRect/>
          </a:stretch>
        </p:blipFill>
        <p:spPr>
          <a:xfrm>
            <a:off x="8848650" y="203450"/>
            <a:ext cx="115350" cy="133099"/>
          </a:xfrm>
          <a:prstGeom prst="rect">
            <a:avLst/>
          </a:prstGeom>
          <a:noFill/>
          <a:ln>
            <a:noFill/>
          </a:ln>
        </p:spPr>
      </p:pic>
      <p:pic>
        <p:nvPicPr>
          <p:cNvPr id="144" name="Google Shape;144;p28" title="Birk.png"/>
          <p:cNvPicPr preferRelativeResize="0"/>
          <p:nvPr/>
        </p:nvPicPr>
        <p:blipFill>
          <a:blip r:embed="rId5">
            <a:alphaModFix/>
          </a:blip>
          <a:stretch>
            <a:fillRect/>
          </a:stretch>
        </p:blipFill>
        <p:spPr>
          <a:xfrm>
            <a:off x="3455475" y="1190744"/>
            <a:ext cx="2233093" cy="365275"/>
          </a:xfrm>
          <a:prstGeom prst="rect">
            <a:avLst/>
          </a:prstGeom>
          <a:noFill/>
          <a:ln>
            <a:noFill/>
          </a:ln>
        </p:spPr>
      </p:pic>
      <p:sp>
        <p:nvSpPr>
          <p:cNvPr id="145" name="Google Shape;145;p28"/>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9" name="Shape 149"/>
        <p:cNvGrpSpPr/>
        <p:nvPr/>
      </p:nvGrpSpPr>
      <p:grpSpPr>
        <a:xfrm>
          <a:off x="0" y="0"/>
          <a:ext cx="0" cy="0"/>
          <a:chOff x="0" y="0"/>
          <a:chExt cx="0" cy="0"/>
        </a:xfrm>
      </p:grpSpPr>
      <p:pic>
        <p:nvPicPr>
          <p:cNvPr id="150" name="Google Shape;150;p29" title="gradient_gml-new3.jpg"/>
          <p:cNvPicPr preferRelativeResize="0"/>
          <p:nvPr/>
        </p:nvPicPr>
        <p:blipFill rotWithShape="1">
          <a:blip r:embed="rId3">
            <a:alphaModFix/>
          </a:blip>
          <a:srcRect b="10" l="0" r="0" t="10"/>
          <a:stretch/>
        </p:blipFill>
        <p:spPr>
          <a:xfrm>
            <a:off x="0" y="625"/>
            <a:ext cx="9144000" cy="5142245"/>
          </a:xfrm>
          <a:prstGeom prst="rect">
            <a:avLst/>
          </a:prstGeom>
          <a:noFill/>
          <a:ln>
            <a:noFill/>
          </a:ln>
        </p:spPr>
      </p:pic>
      <p:sp>
        <p:nvSpPr>
          <p:cNvPr id="151" name="Google Shape;151;p29"/>
          <p:cNvSpPr txBox="1"/>
          <p:nvPr>
            <p:ph type="ctrTitle"/>
          </p:nvPr>
        </p:nvSpPr>
        <p:spPr>
          <a:xfrm>
            <a:off x="360000" y="733325"/>
            <a:ext cx="5329500" cy="3414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rgbClr val="EEEEEE"/>
                </a:solidFill>
                <a:latin typeface="Unbounded"/>
                <a:ea typeface="Unbounded"/>
                <a:cs typeface="Unbounded"/>
                <a:sym typeface="Unbounded"/>
              </a:rPr>
              <a:t>AGENDA </a:t>
            </a:r>
            <a:r>
              <a:rPr b="1" lang="it" sz="2000">
                <a:solidFill>
                  <a:srgbClr val="EEEEEE"/>
                </a:solidFill>
                <a:latin typeface="Unbounded"/>
                <a:ea typeface="Unbounded"/>
                <a:cs typeface="Unbounded"/>
                <a:sym typeface="Unbounded"/>
              </a:rPr>
              <a:t>(quando serve)</a:t>
            </a:r>
            <a:endParaRPr b="1" sz="2000">
              <a:solidFill>
                <a:srgbClr val="EEEEEE"/>
              </a:solidFill>
              <a:latin typeface="Unbounded"/>
              <a:ea typeface="Unbounded"/>
              <a:cs typeface="Unbounded"/>
              <a:sym typeface="Unbounded"/>
            </a:endParaRPr>
          </a:p>
        </p:txBody>
      </p:sp>
      <p:sp>
        <p:nvSpPr>
          <p:cNvPr id="152" name="Google Shape;152;p29"/>
          <p:cNvSpPr txBox="1"/>
          <p:nvPr/>
        </p:nvSpPr>
        <p:spPr>
          <a:xfrm>
            <a:off x="372212" y="1483494"/>
            <a:ext cx="2406900" cy="2607900"/>
          </a:xfrm>
          <a:prstGeom prst="rect">
            <a:avLst/>
          </a:prstGeom>
          <a:noFill/>
          <a:ln>
            <a:noFill/>
          </a:ln>
        </p:spPr>
        <p:txBody>
          <a:bodyPr anchorCtr="0" anchor="t" bIns="0" lIns="0" spcFirstLastPara="1" rIns="0" wrap="square" tIns="0">
            <a:spAutoFit/>
          </a:bodyPr>
          <a:lstStyle/>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700">
                <a:solidFill>
                  <a:schemeClr val="lt1"/>
                </a:solidFill>
                <a:latin typeface="Jost"/>
                <a:ea typeface="Jost"/>
                <a:cs typeface="Jost"/>
                <a:sym typeface="Jost"/>
              </a:rPr>
            </a:br>
            <a:endParaRPr b="1" sz="850">
              <a:solidFill>
                <a:srgbClr val="FF9903"/>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700">
                <a:solidFill>
                  <a:schemeClr val="lt1"/>
                </a:solidFill>
                <a:latin typeface="Jost"/>
                <a:ea typeface="Jost"/>
                <a:cs typeface="Jost"/>
                <a:sym typeface="Jost"/>
              </a:rPr>
            </a:br>
            <a:endParaRPr sz="700">
              <a:solidFill>
                <a:schemeClr val="lt1"/>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900">
                <a:solidFill>
                  <a:schemeClr val="lt1"/>
                </a:solidFill>
                <a:latin typeface="Jost"/>
                <a:ea typeface="Jost"/>
                <a:cs typeface="Jost"/>
                <a:sym typeface="Jost"/>
              </a:rPr>
            </a:br>
            <a:endParaRPr sz="900">
              <a:solidFill>
                <a:schemeClr val="lt1"/>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endParaRPr sz="900">
              <a:solidFill>
                <a:schemeClr val="lt1"/>
              </a:solidFill>
              <a:latin typeface="Jost"/>
              <a:ea typeface="Jost"/>
              <a:cs typeface="Jost"/>
              <a:sym typeface="Jost"/>
            </a:endParaRPr>
          </a:p>
        </p:txBody>
      </p:sp>
      <p:pic>
        <p:nvPicPr>
          <p:cNvPr id="153" name="Google Shape;153;p29" title="prova2.jpg"/>
          <p:cNvPicPr preferRelativeResize="0"/>
          <p:nvPr/>
        </p:nvPicPr>
        <p:blipFill rotWithShape="1">
          <a:blip r:embed="rId4">
            <a:alphaModFix/>
          </a:blip>
          <a:srcRect b="9975" l="25591" r="31899" t="8731"/>
          <a:stretch/>
        </p:blipFill>
        <p:spPr>
          <a:xfrm>
            <a:off x="5247520" y="490836"/>
            <a:ext cx="3894081" cy="4186249"/>
          </a:xfrm>
          <a:prstGeom prst="rect">
            <a:avLst/>
          </a:prstGeom>
          <a:noFill/>
          <a:ln>
            <a:noFill/>
          </a:ln>
        </p:spPr>
      </p:pic>
      <p:cxnSp>
        <p:nvCxnSpPr>
          <p:cNvPr id="154" name="Google Shape;154;p29"/>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155" name="Google Shape;155;p29"/>
          <p:cNvPicPr preferRelativeResize="0"/>
          <p:nvPr/>
        </p:nvPicPr>
        <p:blipFill>
          <a:blip r:embed="rId5">
            <a:alphaModFix/>
          </a:blip>
          <a:stretch>
            <a:fillRect/>
          </a:stretch>
        </p:blipFill>
        <p:spPr>
          <a:xfrm>
            <a:off x="8848650" y="203450"/>
            <a:ext cx="115350" cy="133099"/>
          </a:xfrm>
          <a:prstGeom prst="rect">
            <a:avLst/>
          </a:prstGeom>
          <a:noFill/>
          <a:ln>
            <a:noFill/>
          </a:ln>
        </p:spPr>
      </p:pic>
      <p:sp>
        <p:nvSpPr>
          <p:cNvPr id="156" name="Google Shape;156;p29"/>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
        <p:nvSpPr>
          <p:cNvPr id="157" name="Google Shape;157;p29"/>
          <p:cNvSpPr txBox="1"/>
          <p:nvPr/>
        </p:nvSpPr>
        <p:spPr>
          <a:xfrm>
            <a:off x="2897062" y="1483494"/>
            <a:ext cx="2406900" cy="2607900"/>
          </a:xfrm>
          <a:prstGeom prst="rect">
            <a:avLst/>
          </a:prstGeom>
          <a:noFill/>
          <a:ln>
            <a:noFill/>
          </a:ln>
        </p:spPr>
        <p:txBody>
          <a:bodyPr anchorCtr="0" anchor="t" bIns="0" lIns="0" spcFirstLastPara="1" rIns="0" wrap="square" tIns="0">
            <a:spAutoFit/>
          </a:bodyPr>
          <a:lstStyle/>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700">
                <a:solidFill>
                  <a:schemeClr val="lt1"/>
                </a:solidFill>
                <a:latin typeface="Jost"/>
                <a:ea typeface="Jost"/>
                <a:cs typeface="Jost"/>
                <a:sym typeface="Jost"/>
              </a:rPr>
            </a:br>
            <a:endParaRPr b="1" sz="850">
              <a:solidFill>
                <a:srgbClr val="FF9903"/>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700">
                <a:solidFill>
                  <a:schemeClr val="lt1"/>
                </a:solidFill>
                <a:latin typeface="Jost"/>
                <a:ea typeface="Jost"/>
                <a:cs typeface="Jost"/>
                <a:sym typeface="Jost"/>
              </a:rPr>
            </a:br>
            <a:endParaRPr sz="700">
              <a:solidFill>
                <a:schemeClr val="lt1"/>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br>
              <a:rPr lang="it" sz="900">
                <a:solidFill>
                  <a:schemeClr val="lt1"/>
                </a:solidFill>
                <a:latin typeface="Jost"/>
                <a:ea typeface="Jost"/>
                <a:cs typeface="Jost"/>
                <a:sym typeface="Jost"/>
              </a:rPr>
            </a:br>
            <a:endParaRPr sz="900">
              <a:solidFill>
                <a:schemeClr val="lt1"/>
              </a:solidFill>
              <a:latin typeface="Jost"/>
              <a:ea typeface="Jost"/>
              <a:cs typeface="Jost"/>
              <a:sym typeface="Jost"/>
            </a:endParaRPr>
          </a:p>
          <a:p>
            <a:pPr indent="-282575" lvl="0" marL="457200" rtl="0" algn="l">
              <a:lnSpc>
                <a:spcPct val="115000"/>
              </a:lnSpc>
              <a:spcBef>
                <a:spcPts val="0"/>
              </a:spcBef>
              <a:spcAft>
                <a:spcPts val="0"/>
              </a:spcAft>
              <a:buClr>
                <a:srgbClr val="FF9903"/>
              </a:buClr>
              <a:buSzPts val="850"/>
              <a:buFont typeface="Jost"/>
              <a:buChar char="●"/>
            </a:pPr>
            <a:r>
              <a:rPr b="1" lang="it" sz="1300">
                <a:solidFill>
                  <a:srgbClr val="FF9903"/>
                </a:solidFill>
                <a:latin typeface="Unbounded"/>
                <a:ea typeface="Unbounded"/>
                <a:cs typeface="Unbounded"/>
                <a:sym typeface="Unbounded"/>
              </a:rPr>
              <a:t>LOREM IPSUM</a:t>
            </a:r>
            <a:br>
              <a:rPr b="1" lang="it" sz="850">
                <a:solidFill>
                  <a:srgbClr val="FF9903"/>
                </a:solidFill>
                <a:latin typeface="Jost"/>
                <a:ea typeface="Jost"/>
                <a:cs typeface="Jost"/>
                <a:sym typeface="Jost"/>
              </a:rPr>
            </a:br>
            <a:r>
              <a:rPr lang="it" sz="900">
                <a:solidFill>
                  <a:schemeClr val="lt1"/>
                </a:solidFill>
                <a:latin typeface="Jost"/>
                <a:ea typeface="Jost"/>
                <a:cs typeface="Jost"/>
                <a:sym typeface="Jost"/>
              </a:rPr>
              <a:t>Lorem ipsum dolor sit amet consectetur </a:t>
            </a:r>
            <a:br>
              <a:rPr lang="it" sz="900">
                <a:solidFill>
                  <a:schemeClr val="lt1"/>
                </a:solidFill>
                <a:latin typeface="Jost"/>
                <a:ea typeface="Jost"/>
                <a:cs typeface="Jost"/>
                <a:sym typeface="Jost"/>
              </a:rPr>
            </a:br>
            <a:r>
              <a:rPr lang="it" sz="900">
                <a:solidFill>
                  <a:schemeClr val="lt1"/>
                </a:solidFill>
                <a:latin typeface="Jost"/>
                <a:ea typeface="Jost"/>
                <a:cs typeface="Jost"/>
                <a:sym typeface="Jost"/>
              </a:rPr>
              <a:t>adipiscing elit</a:t>
            </a:r>
            <a:endParaRPr sz="900">
              <a:solidFill>
                <a:schemeClr val="lt1"/>
              </a:solidFill>
              <a:latin typeface="Jost"/>
              <a:ea typeface="Jost"/>
              <a:cs typeface="Jost"/>
              <a:sym typeface="Jo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1" name="Shape 161"/>
        <p:cNvGrpSpPr/>
        <p:nvPr/>
      </p:nvGrpSpPr>
      <p:grpSpPr>
        <a:xfrm>
          <a:off x="0" y="0"/>
          <a:ext cx="0" cy="0"/>
          <a:chOff x="0" y="0"/>
          <a:chExt cx="0" cy="0"/>
        </a:xfrm>
      </p:grpSpPr>
      <p:pic>
        <p:nvPicPr>
          <p:cNvPr id="162" name="Google Shape;162;p30" title="DIGITAL.png"/>
          <p:cNvPicPr preferRelativeResize="0"/>
          <p:nvPr/>
        </p:nvPicPr>
        <p:blipFill rotWithShape="1">
          <a:blip r:embed="rId3">
            <a:alphaModFix amt="90000"/>
          </a:blip>
          <a:srcRect b="0" l="0" r="0" t="0"/>
          <a:stretch/>
        </p:blipFill>
        <p:spPr>
          <a:xfrm>
            <a:off x="0" y="0"/>
            <a:ext cx="9144000" cy="5143500"/>
          </a:xfrm>
          <a:prstGeom prst="roundRect">
            <a:avLst>
              <a:gd fmla="val 0" name="adj"/>
            </a:avLst>
          </a:prstGeom>
          <a:noFill/>
          <a:ln>
            <a:noFill/>
          </a:ln>
        </p:spPr>
      </p:pic>
      <p:sp>
        <p:nvSpPr>
          <p:cNvPr id="163" name="Google Shape;163;p30"/>
          <p:cNvSpPr txBox="1"/>
          <p:nvPr>
            <p:ph type="ctrTitle"/>
          </p:nvPr>
        </p:nvSpPr>
        <p:spPr>
          <a:xfrm>
            <a:off x="2105025" y="2170075"/>
            <a:ext cx="4933800" cy="637200"/>
          </a:xfrm>
          <a:prstGeom prst="rect">
            <a:avLst/>
          </a:prstGeom>
        </p:spPr>
        <p:txBody>
          <a:bodyPr anchorCtr="0" anchor="t" bIns="0" lIns="0" spcFirstLastPara="1" rIns="0" wrap="square" tIns="0">
            <a:noAutofit/>
          </a:bodyPr>
          <a:lstStyle/>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SPACCACAPITOLO</a:t>
            </a:r>
            <a:endParaRPr b="1" sz="3000">
              <a:solidFill>
                <a:schemeClr val="lt1"/>
              </a:solidFill>
              <a:latin typeface="Unbounded"/>
              <a:ea typeface="Unbounded"/>
              <a:cs typeface="Unbounded"/>
              <a:sym typeface="Unbounded"/>
            </a:endParaRPr>
          </a:p>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DIGITAL</a:t>
            </a:r>
            <a:endParaRPr b="1" sz="3000">
              <a:solidFill>
                <a:schemeClr val="lt1"/>
              </a:solidFill>
              <a:latin typeface="Unbounded"/>
              <a:ea typeface="Unbounded"/>
              <a:cs typeface="Unbounded"/>
              <a:sym typeface="Unbounded"/>
            </a:endParaRPr>
          </a:p>
        </p:txBody>
      </p:sp>
      <p:cxnSp>
        <p:nvCxnSpPr>
          <p:cNvPr id="164" name="Google Shape;164;p30"/>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165" name="Google Shape;165;p30"/>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166" name="Google Shape;166;p30"/>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0" name="Shape 170"/>
        <p:cNvGrpSpPr/>
        <p:nvPr/>
      </p:nvGrpSpPr>
      <p:grpSpPr>
        <a:xfrm>
          <a:off x="0" y="0"/>
          <a:ext cx="0" cy="0"/>
          <a:chOff x="0" y="0"/>
          <a:chExt cx="0" cy="0"/>
        </a:xfrm>
      </p:grpSpPr>
      <p:pic>
        <p:nvPicPr>
          <p:cNvPr id="171" name="Google Shape;171;p31" title="PR.png"/>
          <p:cNvPicPr preferRelativeResize="0"/>
          <p:nvPr/>
        </p:nvPicPr>
        <p:blipFill rotWithShape="1">
          <a:blip r:embed="rId3">
            <a:alphaModFix amt="90000"/>
          </a:blip>
          <a:srcRect b="0" l="0" r="0" t="0"/>
          <a:stretch/>
        </p:blipFill>
        <p:spPr>
          <a:xfrm>
            <a:off x="0" y="0"/>
            <a:ext cx="9144000" cy="5143500"/>
          </a:xfrm>
          <a:prstGeom prst="roundRect">
            <a:avLst>
              <a:gd fmla="val 0" name="adj"/>
            </a:avLst>
          </a:prstGeom>
          <a:noFill/>
          <a:ln cap="flat" cmpd="sng" w="9525">
            <a:solidFill>
              <a:srgbClr val="999999"/>
            </a:solidFill>
            <a:prstDash val="solid"/>
            <a:round/>
            <a:headEnd len="sm" w="sm" type="none"/>
            <a:tailEnd len="sm" w="sm" type="none"/>
          </a:ln>
        </p:spPr>
      </p:pic>
      <p:sp>
        <p:nvSpPr>
          <p:cNvPr id="172" name="Google Shape;172;p31"/>
          <p:cNvSpPr txBox="1"/>
          <p:nvPr>
            <p:ph type="ctrTitle"/>
          </p:nvPr>
        </p:nvSpPr>
        <p:spPr>
          <a:xfrm>
            <a:off x="2105025" y="2170075"/>
            <a:ext cx="4933800" cy="662400"/>
          </a:xfrm>
          <a:prstGeom prst="rect">
            <a:avLst/>
          </a:prstGeom>
        </p:spPr>
        <p:txBody>
          <a:bodyPr anchorCtr="0" anchor="t" bIns="0" lIns="0" spcFirstLastPara="1" rIns="0" wrap="square" tIns="0">
            <a:noAutofit/>
          </a:bodyPr>
          <a:lstStyle/>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SPACCACAPITOLO</a:t>
            </a:r>
            <a:endParaRPr b="1" sz="3000">
              <a:solidFill>
                <a:schemeClr val="lt1"/>
              </a:solidFill>
              <a:latin typeface="Unbounded"/>
              <a:ea typeface="Unbounded"/>
              <a:cs typeface="Unbounded"/>
              <a:sym typeface="Unbounded"/>
            </a:endParaRPr>
          </a:p>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PR</a:t>
            </a:r>
            <a:endParaRPr b="1" sz="3000">
              <a:solidFill>
                <a:schemeClr val="lt1"/>
              </a:solidFill>
              <a:latin typeface="Unbounded"/>
              <a:ea typeface="Unbounded"/>
              <a:cs typeface="Unbounded"/>
              <a:sym typeface="Unbounded"/>
            </a:endParaRPr>
          </a:p>
        </p:txBody>
      </p:sp>
      <p:cxnSp>
        <p:nvCxnSpPr>
          <p:cNvPr id="173" name="Google Shape;173;p31"/>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174" name="Google Shape;174;p31"/>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175" name="Google Shape;175;p31"/>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pic>
        <p:nvPicPr>
          <p:cNvPr id="180" name="Google Shape;180;p32" title="EVENTI.png"/>
          <p:cNvPicPr preferRelativeResize="0"/>
          <p:nvPr/>
        </p:nvPicPr>
        <p:blipFill rotWithShape="1">
          <a:blip r:embed="rId3">
            <a:alphaModFix amt="90000"/>
          </a:blip>
          <a:srcRect b="0" l="0" r="0" t="0"/>
          <a:stretch/>
        </p:blipFill>
        <p:spPr>
          <a:xfrm>
            <a:off x="0" y="0"/>
            <a:ext cx="9144000" cy="5143500"/>
          </a:xfrm>
          <a:prstGeom prst="roundRect">
            <a:avLst>
              <a:gd fmla="val 0" name="adj"/>
            </a:avLst>
          </a:prstGeom>
          <a:noFill/>
          <a:ln cap="flat" cmpd="sng" w="9525">
            <a:solidFill>
              <a:srgbClr val="999999"/>
            </a:solidFill>
            <a:prstDash val="solid"/>
            <a:round/>
            <a:headEnd len="sm" w="sm" type="none"/>
            <a:tailEnd len="sm" w="sm" type="none"/>
          </a:ln>
        </p:spPr>
      </p:pic>
      <p:sp>
        <p:nvSpPr>
          <p:cNvPr id="181" name="Google Shape;181;p32"/>
          <p:cNvSpPr txBox="1"/>
          <p:nvPr>
            <p:ph type="ctrTitle"/>
          </p:nvPr>
        </p:nvSpPr>
        <p:spPr>
          <a:xfrm>
            <a:off x="2105025" y="2170075"/>
            <a:ext cx="4933800" cy="662400"/>
          </a:xfrm>
          <a:prstGeom prst="rect">
            <a:avLst/>
          </a:prstGeom>
        </p:spPr>
        <p:txBody>
          <a:bodyPr anchorCtr="0" anchor="t" bIns="0" lIns="0" spcFirstLastPara="1" rIns="0" wrap="square" tIns="0">
            <a:noAutofit/>
          </a:bodyPr>
          <a:lstStyle/>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SPACCACAPITOLO</a:t>
            </a:r>
            <a:endParaRPr b="1" sz="3000">
              <a:solidFill>
                <a:schemeClr val="lt1"/>
              </a:solidFill>
              <a:latin typeface="Unbounded"/>
              <a:ea typeface="Unbounded"/>
              <a:cs typeface="Unbounded"/>
              <a:sym typeface="Unbounded"/>
            </a:endParaRPr>
          </a:p>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EVENTI</a:t>
            </a:r>
            <a:endParaRPr b="1" sz="3000">
              <a:solidFill>
                <a:schemeClr val="lt1"/>
              </a:solidFill>
              <a:latin typeface="Unbounded"/>
              <a:ea typeface="Unbounded"/>
              <a:cs typeface="Unbounded"/>
              <a:sym typeface="Unbounded"/>
            </a:endParaRPr>
          </a:p>
        </p:txBody>
      </p:sp>
      <p:cxnSp>
        <p:nvCxnSpPr>
          <p:cNvPr id="182" name="Google Shape;182;p3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183" name="Google Shape;183;p3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184" name="Google Shape;184;p3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8" name="Shape 188"/>
        <p:cNvGrpSpPr/>
        <p:nvPr/>
      </p:nvGrpSpPr>
      <p:grpSpPr>
        <a:xfrm>
          <a:off x="0" y="0"/>
          <a:ext cx="0" cy="0"/>
          <a:chOff x="0" y="0"/>
          <a:chExt cx="0" cy="0"/>
        </a:xfrm>
      </p:grpSpPr>
      <p:pic>
        <p:nvPicPr>
          <p:cNvPr id="189" name="Google Shape;189;p33" title="ESG.png"/>
          <p:cNvPicPr preferRelativeResize="0"/>
          <p:nvPr/>
        </p:nvPicPr>
        <p:blipFill rotWithShape="1">
          <a:blip r:embed="rId3">
            <a:alphaModFix amt="90000"/>
          </a:blip>
          <a:srcRect b="0" l="0" r="0" t="0"/>
          <a:stretch/>
        </p:blipFill>
        <p:spPr>
          <a:xfrm>
            <a:off x="0" y="0"/>
            <a:ext cx="9144000" cy="5143500"/>
          </a:xfrm>
          <a:prstGeom prst="roundRect">
            <a:avLst>
              <a:gd fmla="val 0" name="adj"/>
            </a:avLst>
          </a:prstGeom>
          <a:noFill/>
          <a:ln cap="flat" cmpd="sng" w="9525">
            <a:solidFill>
              <a:srgbClr val="999999"/>
            </a:solidFill>
            <a:prstDash val="solid"/>
            <a:round/>
            <a:headEnd len="sm" w="sm" type="none"/>
            <a:tailEnd len="sm" w="sm" type="none"/>
          </a:ln>
        </p:spPr>
      </p:pic>
      <p:cxnSp>
        <p:nvCxnSpPr>
          <p:cNvPr id="190" name="Google Shape;190;p33"/>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sp>
        <p:nvSpPr>
          <p:cNvPr id="191" name="Google Shape;191;p33"/>
          <p:cNvSpPr txBox="1"/>
          <p:nvPr>
            <p:ph type="ctrTitle"/>
          </p:nvPr>
        </p:nvSpPr>
        <p:spPr>
          <a:xfrm>
            <a:off x="2105025" y="2170075"/>
            <a:ext cx="4933800" cy="637200"/>
          </a:xfrm>
          <a:prstGeom prst="rect">
            <a:avLst/>
          </a:prstGeom>
        </p:spPr>
        <p:txBody>
          <a:bodyPr anchorCtr="0" anchor="t" bIns="0" lIns="0" spcFirstLastPara="1" rIns="0" wrap="square" tIns="0">
            <a:noAutofit/>
          </a:bodyPr>
          <a:lstStyle/>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SPACCACAPITOLO</a:t>
            </a:r>
            <a:endParaRPr b="1" sz="3000">
              <a:solidFill>
                <a:schemeClr val="lt1"/>
              </a:solidFill>
              <a:latin typeface="Unbounded"/>
              <a:ea typeface="Unbounded"/>
              <a:cs typeface="Unbounded"/>
              <a:sym typeface="Unbounded"/>
            </a:endParaRPr>
          </a:p>
          <a:p>
            <a:pPr indent="0" lvl="0" marL="0" rtl="0" algn="ctr">
              <a:lnSpc>
                <a:spcPct val="75000"/>
              </a:lnSpc>
              <a:spcBef>
                <a:spcPts val="0"/>
              </a:spcBef>
              <a:spcAft>
                <a:spcPts val="0"/>
              </a:spcAft>
              <a:buNone/>
            </a:pPr>
            <a:r>
              <a:rPr b="1" lang="it" sz="3000">
                <a:solidFill>
                  <a:schemeClr val="lt1"/>
                </a:solidFill>
                <a:latin typeface="Unbounded"/>
                <a:ea typeface="Unbounded"/>
                <a:cs typeface="Unbounded"/>
                <a:sym typeface="Unbounded"/>
              </a:rPr>
              <a:t>ESG</a:t>
            </a:r>
            <a:endParaRPr b="1" sz="3000">
              <a:solidFill>
                <a:schemeClr val="lt1"/>
              </a:solidFill>
              <a:latin typeface="Unbounded"/>
              <a:ea typeface="Unbounded"/>
              <a:cs typeface="Unbounded"/>
              <a:sym typeface="Unbounded"/>
            </a:endParaRPr>
          </a:p>
        </p:txBody>
      </p:sp>
      <p:pic>
        <p:nvPicPr>
          <p:cNvPr id="192" name="Google Shape;192;p33"/>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193" name="Google Shape;193;p33"/>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06" name="Shape 206"/>
        <p:cNvGrpSpPr/>
        <p:nvPr/>
      </p:nvGrpSpPr>
      <p:grpSpPr>
        <a:xfrm>
          <a:off x="0" y="0"/>
          <a:ext cx="0" cy="0"/>
          <a:chOff x="0" y="0"/>
          <a:chExt cx="0" cy="0"/>
        </a:xfrm>
      </p:grpSpPr>
      <p:sp>
        <p:nvSpPr>
          <p:cNvPr id="207" name="Google Shape;207;p35"/>
          <p:cNvSpPr txBox="1"/>
          <p:nvPr/>
        </p:nvSpPr>
        <p:spPr>
          <a:xfrm>
            <a:off x="837450" y="3079249"/>
            <a:ext cx="7469100" cy="684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Lorem ipsum dolor sit amet, consectetur adipiscing elit. Vestibulum consequat mi quis pretium semper. Proin luctus orci ac neque venenatis, quis commodo dolor posuere. Curabitur dignissim sapien quis cursus egestas</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Praesent tincidunt neque eu pellentesque pharetra. Fusce pellentesque est orci.</a:t>
            </a:r>
            <a:endParaRPr sz="1000">
              <a:solidFill>
                <a:schemeClr val="dk1"/>
              </a:solidFill>
              <a:latin typeface="Jost"/>
              <a:ea typeface="Jost"/>
              <a:cs typeface="Jost"/>
              <a:sym typeface="Jost"/>
            </a:endParaRPr>
          </a:p>
        </p:txBody>
      </p:sp>
      <p:sp>
        <p:nvSpPr>
          <p:cNvPr id="208" name="Google Shape;208;p35"/>
          <p:cNvSpPr txBox="1"/>
          <p:nvPr>
            <p:ph type="ctrTitle"/>
          </p:nvPr>
        </p:nvSpPr>
        <p:spPr>
          <a:xfrm>
            <a:off x="837450" y="1573903"/>
            <a:ext cx="7469100" cy="13380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b="1" lang="it" sz="3500">
                <a:solidFill>
                  <a:srgbClr val="0C08AD"/>
                </a:solidFill>
                <a:latin typeface="Unbounded"/>
                <a:ea typeface="Unbounded"/>
                <a:cs typeface="Unbounded"/>
                <a:sym typeface="Unbounded"/>
              </a:rPr>
              <a:t>Lorem </a:t>
            </a:r>
            <a:r>
              <a:rPr b="1" lang="it" sz="3500">
                <a:solidFill>
                  <a:srgbClr val="FF9903"/>
                </a:solidFill>
                <a:latin typeface="Unbounded"/>
                <a:ea typeface="Unbounded"/>
                <a:cs typeface="Unbounded"/>
                <a:sym typeface="Unbounded"/>
              </a:rPr>
              <a:t>ipsum dolor</a:t>
            </a:r>
            <a:endParaRPr b="1" sz="3500">
              <a:solidFill>
                <a:srgbClr val="FF9903"/>
              </a:solidFill>
              <a:latin typeface="Unbounded"/>
              <a:ea typeface="Unbounded"/>
              <a:cs typeface="Unbounded"/>
              <a:sym typeface="Unbounded"/>
            </a:endParaRPr>
          </a:p>
          <a:p>
            <a:pPr indent="0" lvl="0" marL="0" rtl="0" algn="l">
              <a:lnSpc>
                <a:spcPct val="80000"/>
              </a:lnSpc>
              <a:spcBef>
                <a:spcPts val="0"/>
              </a:spcBef>
              <a:spcAft>
                <a:spcPts val="0"/>
              </a:spcAft>
              <a:buNone/>
            </a:pPr>
            <a:r>
              <a:rPr b="1" lang="it" sz="3500">
                <a:solidFill>
                  <a:srgbClr val="0C08AD"/>
                </a:solidFill>
                <a:latin typeface="Unbounded"/>
                <a:ea typeface="Unbounded"/>
                <a:cs typeface="Unbounded"/>
                <a:sym typeface="Unbounded"/>
              </a:rPr>
              <a:t>sit amet, consectetur </a:t>
            </a:r>
            <a:r>
              <a:rPr b="1" lang="it" sz="3500">
                <a:solidFill>
                  <a:srgbClr val="FF9903"/>
                </a:solidFill>
                <a:latin typeface="Unbounded"/>
                <a:ea typeface="Unbounded"/>
                <a:cs typeface="Unbounded"/>
                <a:sym typeface="Unbounded"/>
              </a:rPr>
              <a:t>adipiscing</a:t>
            </a:r>
            <a:r>
              <a:rPr b="1" lang="it" sz="3500">
                <a:solidFill>
                  <a:srgbClr val="0C08AD"/>
                </a:solidFill>
                <a:latin typeface="Unbounded"/>
                <a:ea typeface="Unbounded"/>
                <a:cs typeface="Unbounded"/>
                <a:sym typeface="Unbounded"/>
              </a:rPr>
              <a:t> elit</a:t>
            </a:r>
            <a:endParaRPr b="1" sz="3500">
              <a:solidFill>
                <a:srgbClr val="0C08AD"/>
              </a:solidFill>
              <a:latin typeface="Unbounded"/>
              <a:ea typeface="Unbounded"/>
              <a:cs typeface="Unbounded"/>
              <a:sym typeface="Unbounded"/>
            </a:endParaRPr>
          </a:p>
        </p:txBody>
      </p:sp>
      <p:sp>
        <p:nvSpPr>
          <p:cNvPr id="209" name="Google Shape;209;p35"/>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dk1"/>
                </a:solidFill>
                <a:latin typeface="Unbounded"/>
                <a:ea typeface="Unbounded"/>
                <a:cs typeface="Unbounded"/>
                <a:sym typeface="Unbounded"/>
              </a:rPr>
              <a:t>GREEN MEDIA LAB </a:t>
            </a:r>
            <a:endParaRPr b="1" sz="600">
              <a:solidFill>
                <a:schemeClr val="dk1"/>
              </a:solidFill>
              <a:latin typeface="Unbounded"/>
              <a:ea typeface="Unbounded"/>
              <a:cs typeface="Unbounded"/>
              <a:sym typeface="Unbounded"/>
            </a:endParaRPr>
          </a:p>
        </p:txBody>
      </p:sp>
      <p:pic>
        <p:nvPicPr>
          <p:cNvPr id="210" name="Google Shape;210;p35" title="GML_Monogram_B.png"/>
          <p:cNvPicPr preferRelativeResize="0"/>
          <p:nvPr/>
        </p:nvPicPr>
        <p:blipFill>
          <a:blip r:embed="rId3">
            <a:alphaModFix/>
          </a:blip>
          <a:stretch>
            <a:fillRect/>
          </a:stretch>
        </p:blipFill>
        <p:spPr>
          <a:xfrm>
            <a:off x="8848654" y="203525"/>
            <a:ext cx="115352" cy="133550"/>
          </a:xfrm>
          <a:prstGeom prst="rect">
            <a:avLst/>
          </a:prstGeom>
          <a:noFill/>
          <a:ln>
            <a:noFill/>
          </a:ln>
        </p:spPr>
      </p:pic>
      <p:cxnSp>
        <p:nvCxnSpPr>
          <p:cNvPr id="211" name="Google Shape;211;p35"/>
          <p:cNvCxnSpPr/>
          <p:nvPr/>
        </p:nvCxnSpPr>
        <p:spPr>
          <a:xfrm rot="10800000">
            <a:off x="1232100" y="270300"/>
            <a:ext cx="74691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24" name="Shape 224"/>
        <p:cNvGrpSpPr/>
        <p:nvPr/>
      </p:nvGrpSpPr>
      <p:grpSpPr>
        <a:xfrm>
          <a:off x="0" y="0"/>
          <a:ext cx="0" cy="0"/>
          <a:chOff x="0" y="0"/>
          <a:chExt cx="0" cy="0"/>
        </a:xfrm>
      </p:grpSpPr>
      <p:pic>
        <p:nvPicPr>
          <p:cNvPr id="225" name="Google Shape;225;p37" title="GML_Monogram_B.png"/>
          <p:cNvPicPr preferRelativeResize="0"/>
          <p:nvPr/>
        </p:nvPicPr>
        <p:blipFill>
          <a:blip r:embed="rId3">
            <a:alphaModFix/>
          </a:blip>
          <a:stretch>
            <a:fillRect/>
          </a:stretch>
        </p:blipFill>
        <p:spPr>
          <a:xfrm>
            <a:off x="8848654" y="203525"/>
            <a:ext cx="115352" cy="133550"/>
          </a:xfrm>
          <a:prstGeom prst="rect">
            <a:avLst/>
          </a:prstGeom>
          <a:noFill/>
          <a:ln>
            <a:noFill/>
          </a:ln>
        </p:spPr>
      </p:pic>
      <p:cxnSp>
        <p:nvCxnSpPr>
          <p:cNvPr id="226" name="Google Shape;226;p37"/>
          <p:cNvCxnSpPr/>
          <p:nvPr/>
        </p:nvCxnSpPr>
        <p:spPr>
          <a:xfrm rot="10800000">
            <a:off x="1232100" y="270300"/>
            <a:ext cx="7469100" cy="0"/>
          </a:xfrm>
          <a:prstGeom prst="straightConnector1">
            <a:avLst/>
          </a:prstGeom>
          <a:noFill/>
          <a:ln cap="flat" cmpd="sng" w="9525">
            <a:solidFill>
              <a:schemeClr val="dk1"/>
            </a:solidFill>
            <a:prstDash val="solid"/>
            <a:round/>
            <a:headEnd len="med" w="med" type="none"/>
            <a:tailEnd len="med" w="med" type="none"/>
          </a:ln>
        </p:spPr>
      </p:cxnSp>
      <p:sp>
        <p:nvSpPr>
          <p:cNvPr id="227" name="Google Shape;227;p37"/>
          <p:cNvSpPr txBox="1"/>
          <p:nvPr>
            <p:ph type="ctrTitle"/>
          </p:nvPr>
        </p:nvSpPr>
        <p:spPr>
          <a:xfrm>
            <a:off x="477026" y="828240"/>
            <a:ext cx="2848500" cy="1087500"/>
          </a:xfrm>
          <a:prstGeom prst="rect">
            <a:avLst/>
          </a:prstGeom>
        </p:spPr>
        <p:txBody>
          <a:bodyPr anchorCtr="0" anchor="t" bIns="0" lIns="0" spcFirstLastPara="1" rIns="0" wrap="square" tIns="0">
            <a:noAutofit/>
          </a:bodyPr>
          <a:lstStyle/>
          <a:p>
            <a:pPr indent="0" lvl="0" marL="0" rtl="0" algn="r">
              <a:lnSpc>
                <a:spcPct val="80000"/>
              </a:lnSpc>
              <a:spcBef>
                <a:spcPts val="0"/>
              </a:spcBef>
              <a:spcAft>
                <a:spcPts val="0"/>
              </a:spcAft>
              <a:buNone/>
            </a:pPr>
            <a:r>
              <a:rPr b="1" lang="it" sz="1900">
                <a:solidFill>
                  <a:srgbClr val="FF9903"/>
                </a:solidFill>
                <a:latin typeface="Unbounded"/>
                <a:ea typeface="Unbounded"/>
                <a:cs typeface="Unbounded"/>
                <a:sym typeface="Unbounded"/>
              </a:rPr>
              <a:t>01</a:t>
            </a:r>
            <a:r>
              <a:rPr b="1" lang="it" sz="2500">
                <a:solidFill>
                  <a:srgbClr val="FF9903"/>
                </a:solidFill>
                <a:latin typeface="Unbounded"/>
                <a:ea typeface="Unbounded"/>
                <a:cs typeface="Unbounded"/>
                <a:sym typeface="Unbounded"/>
              </a:rPr>
              <a:t> </a:t>
            </a:r>
            <a:r>
              <a:rPr b="1" lang="it" sz="2500">
                <a:solidFill>
                  <a:srgbClr val="0C08AD"/>
                </a:solidFill>
                <a:latin typeface="Unbounded"/>
                <a:ea typeface="Unbounded"/>
                <a:cs typeface="Unbounded"/>
                <a:sym typeface="Unbounded"/>
              </a:rPr>
              <a:t>Lorem</a:t>
            </a:r>
            <a:endParaRPr b="1" sz="2500">
              <a:solidFill>
                <a:srgbClr val="0C08AD"/>
              </a:solidFill>
              <a:latin typeface="Unbounded"/>
              <a:ea typeface="Unbounded"/>
              <a:cs typeface="Unbounded"/>
              <a:sym typeface="Unbounded"/>
            </a:endParaRPr>
          </a:p>
          <a:p>
            <a:pPr indent="0" lvl="0" marL="0" rtl="0" algn="r">
              <a:lnSpc>
                <a:spcPct val="80000"/>
              </a:lnSpc>
              <a:spcBef>
                <a:spcPts val="0"/>
              </a:spcBef>
              <a:spcAft>
                <a:spcPts val="0"/>
              </a:spcAft>
              <a:buNone/>
            </a:pPr>
            <a:r>
              <a:rPr b="1" lang="it" sz="2500">
                <a:solidFill>
                  <a:srgbClr val="0C08AD"/>
                </a:solidFill>
                <a:latin typeface="Unbounded"/>
                <a:ea typeface="Unbounded"/>
                <a:cs typeface="Unbounded"/>
                <a:sym typeface="Unbounded"/>
              </a:rPr>
              <a:t>Ipsum </a:t>
            </a:r>
            <a:r>
              <a:rPr b="1" lang="it" sz="2500">
                <a:solidFill>
                  <a:srgbClr val="FF9903"/>
                </a:solidFill>
                <a:latin typeface="Unbounded"/>
                <a:ea typeface="Unbounded"/>
                <a:cs typeface="Unbounded"/>
                <a:sym typeface="Unbounded"/>
              </a:rPr>
              <a:t>dolor </a:t>
            </a:r>
            <a:r>
              <a:rPr b="1" lang="it" sz="2500">
                <a:solidFill>
                  <a:srgbClr val="0C08AD"/>
                </a:solidFill>
                <a:latin typeface="Unbounded"/>
                <a:ea typeface="Unbounded"/>
                <a:cs typeface="Unbounded"/>
                <a:sym typeface="Unbounded"/>
              </a:rPr>
              <a:t>sit amet</a:t>
            </a:r>
            <a:endParaRPr b="1" sz="2500">
              <a:solidFill>
                <a:srgbClr val="0C08AD"/>
              </a:solidFill>
              <a:latin typeface="Unbounded"/>
              <a:ea typeface="Unbounded"/>
              <a:cs typeface="Unbounded"/>
              <a:sym typeface="Unbounded"/>
            </a:endParaRPr>
          </a:p>
        </p:txBody>
      </p:sp>
      <p:sp>
        <p:nvSpPr>
          <p:cNvPr id="228" name="Google Shape;228;p37"/>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dk1"/>
                </a:solidFill>
                <a:latin typeface="Unbounded"/>
                <a:ea typeface="Unbounded"/>
                <a:cs typeface="Unbounded"/>
                <a:sym typeface="Unbounded"/>
              </a:rPr>
              <a:t>GREEN MEDIA LAB </a:t>
            </a:r>
            <a:endParaRPr b="1" sz="600">
              <a:solidFill>
                <a:schemeClr val="dk1"/>
              </a:solidFill>
              <a:latin typeface="Unbounded"/>
              <a:ea typeface="Unbounded"/>
              <a:cs typeface="Unbounded"/>
              <a:sym typeface="Unbounded"/>
            </a:endParaRPr>
          </a:p>
        </p:txBody>
      </p:sp>
      <p:sp>
        <p:nvSpPr>
          <p:cNvPr id="229" name="Google Shape;229;p37"/>
          <p:cNvSpPr txBox="1"/>
          <p:nvPr/>
        </p:nvSpPr>
        <p:spPr>
          <a:xfrm>
            <a:off x="3605954" y="866493"/>
            <a:ext cx="4700400" cy="8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Lorem ipsum dolor sit amet, consectetur adipiscing elit. Vestibulum consequat mi quis pretium semper. Proin luctus orci ac neque venenatis, quis commodo dolor posuere. Curabitur dignissim sapien quis cursus egestas</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Praesent tincidunt neque eu pellentesque pharetra. Fusce pellentesque est orci.</a:t>
            </a:r>
            <a:endParaRPr sz="1000">
              <a:solidFill>
                <a:schemeClr val="dk1"/>
              </a:solidFill>
              <a:latin typeface="Jost"/>
              <a:ea typeface="Jost"/>
              <a:cs typeface="Jost"/>
              <a:sym typeface="Jost"/>
            </a:endParaRPr>
          </a:p>
        </p:txBody>
      </p:sp>
      <p:sp>
        <p:nvSpPr>
          <p:cNvPr id="230" name="Google Shape;230;p37"/>
          <p:cNvSpPr txBox="1"/>
          <p:nvPr/>
        </p:nvSpPr>
        <p:spPr>
          <a:xfrm>
            <a:off x="3605954" y="2181621"/>
            <a:ext cx="4700400" cy="8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Lorem ipsum dolor sit amet, consectetur adipiscing elit. Vestibulum consequat mi quis pretium semper. Proin luctus orci ac neque venenatis, quis commodo dolor posuere. Curabitur dignissim sapien quis cursus egestas</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Praesent tincidunt neque eu pellentesque pharetra. Fusce pellentesque est orci.</a:t>
            </a:r>
            <a:endParaRPr sz="1000">
              <a:solidFill>
                <a:schemeClr val="dk1"/>
              </a:solidFill>
              <a:latin typeface="Jost"/>
              <a:ea typeface="Jost"/>
              <a:cs typeface="Jost"/>
              <a:sym typeface="Jost"/>
            </a:endParaRPr>
          </a:p>
        </p:txBody>
      </p:sp>
      <p:sp>
        <p:nvSpPr>
          <p:cNvPr id="231" name="Google Shape;231;p37"/>
          <p:cNvSpPr txBox="1"/>
          <p:nvPr/>
        </p:nvSpPr>
        <p:spPr>
          <a:xfrm>
            <a:off x="3605954" y="3496950"/>
            <a:ext cx="4700400" cy="861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Lorem ipsum dolor sit amet, consectetur adipiscing elit. Vestibulum consequat mi quis pretium semper. Proin luctus orci ac neque venenatis, quis commodo dolor posuere. Curabitur dignissim sapien quis cursus egestas</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10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1000">
                <a:solidFill>
                  <a:schemeClr val="dk1"/>
                </a:solidFill>
                <a:latin typeface="Jost"/>
                <a:ea typeface="Jost"/>
                <a:cs typeface="Jost"/>
                <a:sym typeface="Jost"/>
              </a:rPr>
              <a:t>Praesent tincidunt neque eu pellentesque pharetra. Fusce pellentesque est orci.</a:t>
            </a:r>
            <a:endParaRPr sz="1000">
              <a:solidFill>
                <a:schemeClr val="dk1"/>
              </a:solidFill>
              <a:latin typeface="Jost"/>
              <a:ea typeface="Jost"/>
              <a:cs typeface="Jost"/>
              <a:sym typeface="Jost"/>
            </a:endParaRPr>
          </a:p>
        </p:txBody>
      </p:sp>
      <p:sp>
        <p:nvSpPr>
          <p:cNvPr id="232" name="Google Shape;232;p37"/>
          <p:cNvSpPr txBox="1"/>
          <p:nvPr>
            <p:ph type="ctrTitle"/>
          </p:nvPr>
        </p:nvSpPr>
        <p:spPr>
          <a:xfrm>
            <a:off x="477026" y="2162590"/>
            <a:ext cx="2848500" cy="1087500"/>
          </a:xfrm>
          <a:prstGeom prst="rect">
            <a:avLst/>
          </a:prstGeom>
        </p:spPr>
        <p:txBody>
          <a:bodyPr anchorCtr="0" anchor="t" bIns="0" lIns="0" spcFirstLastPara="1" rIns="0" wrap="square" tIns="0">
            <a:noAutofit/>
          </a:bodyPr>
          <a:lstStyle/>
          <a:p>
            <a:pPr indent="0" lvl="0" marL="0" rtl="0" algn="r">
              <a:lnSpc>
                <a:spcPct val="80000"/>
              </a:lnSpc>
              <a:spcBef>
                <a:spcPts val="0"/>
              </a:spcBef>
              <a:spcAft>
                <a:spcPts val="0"/>
              </a:spcAft>
              <a:buNone/>
            </a:pPr>
            <a:r>
              <a:rPr b="1" lang="it" sz="1900">
                <a:solidFill>
                  <a:srgbClr val="FF9903"/>
                </a:solidFill>
                <a:latin typeface="Unbounded"/>
                <a:ea typeface="Unbounded"/>
                <a:cs typeface="Unbounded"/>
                <a:sym typeface="Unbounded"/>
              </a:rPr>
              <a:t>02</a:t>
            </a:r>
            <a:r>
              <a:rPr b="1" lang="it" sz="2500">
                <a:solidFill>
                  <a:srgbClr val="FF9903"/>
                </a:solidFill>
                <a:latin typeface="Unbounded"/>
                <a:ea typeface="Unbounded"/>
                <a:cs typeface="Unbounded"/>
                <a:sym typeface="Unbounded"/>
              </a:rPr>
              <a:t> </a:t>
            </a:r>
            <a:r>
              <a:rPr b="1" lang="it" sz="2500">
                <a:solidFill>
                  <a:srgbClr val="0C08AD"/>
                </a:solidFill>
                <a:latin typeface="Unbounded"/>
                <a:ea typeface="Unbounded"/>
                <a:cs typeface="Unbounded"/>
                <a:sym typeface="Unbounded"/>
              </a:rPr>
              <a:t>Lorem</a:t>
            </a:r>
            <a:endParaRPr b="1" sz="2500">
              <a:solidFill>
                <a:srgbClr val="0C08AD"/>
              </a:solidFill>
              <a:latin typeface="Unbounded"/>
              <a:ea typeface="Unbounded"/>
              <a:cs typeface="Unbounded"/>
              <a:sym typeface="Unbounded"/>
            </a:endParaRPr>
          </a:p>
          <a:p>
            <a:pPr indent="0" lvl="0" marL="0" rtl="0" algn="r">
              <a:lnSpc>
                <a:spcPct val="80000"/>
              </a:lnSpc>
              <a:spcBef>
                <a:spcPts val="0"/>
              </a:spcBef>
              <a:spcAft>
                <a:spcPts val="0"/>
              </a:spcAft>
              <a:buNone/>
            </a:pPr>
            <a:r>
              <a:rPr b="1" lang="it" sz="2500">
                <a:solidFill>
                  <a:srgbClr val="0C08AD"/>
                </a:solidFill>
                <a:latin typeface="Unbounded"/>
                <a:ea typeface="Unbounded"/>
                <a:cs typeface="Unbounded"/>
                <a:sym typeface="Unbounded"/>
              </a:rPr>
              <a:t>Ipsum </a:t>
            </a:r>
            <a:r>
              <a:rPr b="1" lang="it" sz="2500">
                <a:solidFill>
                  <a:srgbClr val="FF9903"/>
                </a:solidFill>
                <a:latin typeface="Unbounded"/>
                <a:ea typeface="Unbounded"/>
                <a:cs typeface="Unbounded"/>
                <a:sym typeface="Unbounded"/>
              </a:rPr>
              <a:t>dolor</a:t>
            </a:r>
            <a:r>
              <a:rPr b="1" lang="it" sz="2500">
                <a:solidFill>
                  <a:srgbClr val="0C08AD"/>
                </a:solidFill>
                <a:latin typeface="Unbounded"/>
                <a:ea typeface="Unbounded"/>
                <a:cs typeface="Unbounded"/>
                <a:sym typeface="Unbounded"/>
              </a:rPr>
              <a:t> sit amet</a:t>
            </a:r>
            <a:endParaRPr b="1" sz="2500">
              <a:solidFill>
                <a:srgbClr val="0C08AD"/>
              </a:solidFill>
              <a:latin typeface="Unbounded"/>
              <a:ea typeface="Unbounded"/>
              <a:cs typeface="Unbounded"/>
              <a:sym typeface="Unbounded"/>
            </a:endParaRPr>
          </a:p>
        </p:txBody>
      </p:sp>
      <p:sp>
        <p:nvSpPr>
          <p:cNvPr id="233" name="Google Shape;233;p37"/>
          <p:cNvSpPr txBox="1"/>
          <p:nvPr>
            <p:ph type="ctrTitle"/>
          </p:nvPr>
        </p:nvSpPr>
        <p:spPr>
          <a:xfrm>
            <a:off x="477026" y="3496940"/>
            <a:ext cx="2848500" cy="1087500"/>
          </a:xfrm>
          <a:prstGeom prst="rect">
            <a:avLst/>
          </a:prstGeom>
        </p:spPr>
        <p:txBody>
          <a:bodyPr anchorCtr="0" anchor="t" bIns="0" lIns="0" spcFirstLastPara="1" rIns="0" wrap="square" tIns="0">
            <a:noAutofit/>
          </a:bodyPr>
          <a:lstStyle/>
          <a:p>
            <a:pPr indent="0" lvl="0" marL="0" rtl="0" algn="r">
              <a:lnSpc>
                <a:spcPct val="80000"/>
              </a:lnSpc>
              <a:spcBef>
                <a:spcPts val="0"/>
              </a:spcBef>
              <a:spcAft>
                <a:spcPts val="0"/>
              </a:spcAft>
              <a:buNone/>
            </a:pPr>
            <a:r>
              <a:rPr b="1" lang="it" sz="1900">
                <a:solidFill>
                  <a:srgbClr val="FF9903"/>
                </a:solidFill>
                <a:latin typeface="Unbounded"/>
                <a:ea typeface="Unbounded"/>
                <a:cs typeface="Unbounded"/>
                <a:sym typeface="Unbounded"/>
              </a:rPr>
              <a:t>03</a:t>
            </a:r>
            <a:r>
              <a:rPr b="1" lang="it" sz="2500">
                <a:solidFill>
                  <a:srgbClr val="FF9903"/>
                </a:solidFill>
                <a:latin typeface="Unbounded"/>
                <a:ea typeface="Unbounded"/>
                <a:cs typeface="Unbounded"/>
                <a:sym typeface="Unbounded"/>
              </a:rPr>
              <a:t> </a:t>
            </a:r>
            <a:r>
              <a:rPr b="1" lang="it" sz="2500">
                <a:solidFill>
                  <a:srgbClr val="0C08AD"/>
                </a:solidFill>
                <a:latin typeface="Unbounded"/>
                <a:ea typeface="Unbounded"/>
                <a:cs typeface="Unbounded"/>
                <a:sym typeface="Unbounded"/>
              </a:rPr>
              <a:t>Lorem</a:t>
            </a:r>
            <a:endParaRPr b="1" sz="2500">
              <a:solidFill>
                <a:srgbClr val="0C08AD"/>
              </a:solidFill>
              <a:latin typeface="Unbounded"/>
              <a:ea typeface="Unbounded"/>
              <a:cs typeface="Unbounded"/>
              <a:sym typeface="Unbounded"/>
            </a:endParaRPr>
          </a:p>
          <a:p>
            <a:pPr indent="0" lvl="0" marL="0" rtl="0" algn="r">
              <a:lnSpc>
                <a:spcPct val="80000"/>
              </a:lnSpc>
              <a:spcBef>
                <a:spcPts val="0"/>
              </a:spcBef>
              <a:spcAft>
                <a:spcPts val="0"/>
              </a:spcAft>
              <a:buNone/>
            </a:pPr>
            <a:r>
              <a:rPr b="1" lang="it" sz="2500">
                <a:solidFill>
                  <a:srgbClr val="0C08AD"/>
                </a:solidFill>
                <a:latin typeface="Unbounded"/>
                <a:ea typeface="Unbounded"/>
                <a:cs typeface="Unbounded"/>
                <a:sym typeface="Unbounded"/>
              </a:rPr>
              <a:t>Ipsum </a:t>
            </a:r>
            <a:r>
              <a:rPr b="1" lang="it" sz="2500">
                <a:solidFill>
                  <a:srgbClr val="FF9903"/>
                </a:solidFill>
                <a:latin typeface="Unbounded"/>
                <a:ea typeface="Unbounded"/>
                <a:cs typeface="Unbounded"/>
                <a:sym typeface="Unbounded"/>
              </a:rPr>
              <a:t>dolor</a:t>
            </a:r>
            <a:r>
              <a:rPr b="1" lang="it" sz="2500">
                <a:solidFill>
                  <a:srgbClr val="0C08AD"/>
                </a:solidFill>
                <a:latin typeface="Unbounded"/>
                <a:ea typeface="Unbounded"/>
                <a:cs typeface="Unbounded"/>
                <a:sym typeface="Unbounded"/>
              </a:rPr>
              <a:t> sit amet</a:t>
            </a:r>
            <a:endParaRPr b="1" sz="2500">
              <a:solidFill>
                <a:srgbClr val="0C08AD"/>
              </a:solidFill>
              <a:latin typeface="Unbounded"/>
              <a:ea typeface="Unbounded"/>
              <a:cs typeface="Unbounded"/>
              <a:sym typeface="Unbounde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340" name="Shape 340"/>
        <p:cNvGrpSpPr/>
        <p:nvPr/>
      </p:nvGrpSpPr>
      <p:grpSpPr>
        <a:xfrm>
          <a:off x="0" y="0"/>
          <a:ext cx="0" cy="0"/>
          <a:chOff x="0" y="0"/>
          <a:chExt cx="0" cy="0"/>
        </a:xfrm>
      </p:grpSpPr>
      <p:pic>
        <p:nvPicPr>
          <p:cNvPr id="341" name="Google Shape;341;p46" title="gradient_gml-new3.jpg"/>
          <p:cNvPicPr preferRelativeResize="0"/>
          <p:nvPr/>
        </p:nvPicPr>
        <p:blipFill rotWithShape="1">
          <a:blip r:embed="rId3">
            <a:alphaModFix/>
          </a:blip>
          <a:srcRect b="37547" l="0" r="0" t="34336"/>
          <a:stretch/>
        </p:blipFill>
        <p:spPr>
          <a:xfrm>
            <a:off x="-5400" y="0"/>
            <a:ext cx="9149400" cy="1447076"/>
          </a:xfrm>
          <a:prstGeom prst="rect">
            <a:avLst/>
          </a:prstGeom>
          <a:noFill/>
          <a:ln>
            <a:noFill/>
          </a:ln>
        </p:spPr>
      </p:pic>
      <p:sp>
        <p:nvSpPr>
          <p:cNvPr id="342" name="Google Shape;342;p46"/>
          <p:cNvSpPr txBox="1"/>
          <p:nvPr>
            <p:ph type="ctrTitle"/>
          </p:nvPr>
        </p:nvSpPr>
        <p:spPr>
          <a:xfrm>
            <a:off x="360000" y="566825"/>
            <a:ext cx="6260400" cy="373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Report</a:t>
            </a:r>
            <a:endParaRPr b="1" sz="3000">
              <a:solidFill>
                <a:schemeClr val="lt1"/>
              </a:solidFill>
              <a:latin typeface="Unbounded"/>
              <a:ea typeface="Unbounded"/>
              <a:cs typeface="Unbounded"/>
              <a:sym typeface="Unbounded"/>
            </a:endParaRPr>
          </a:p>
        </p:txBody>
      </p:sp>
      <p:sp>
        <p:nvSpPr>
          <p:cNvPr id="343" name="Google Shape;343;p46"/>
          <p:cNvSpPr txBox="1"/>
          <p:nvPr/>
        </p:nvSpPr>
        <p:spPr>
          <a:xfrm>
            <a:off x="360000" y="1746238"/>
            <a:ext cx="5269500" cy="141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it" sz="900">
                <a:solidFill>
                  <a:schemeClr val="dk1"/>
                </a:solidFill>
                <a:latin typeface="Jost"/>
                <a:ea typeface="Jost"/>
                <a:cs typeface="Jost"/>
                <a:sym typeface="Jost"/>
              </a:rPr>
              <a:t>Lorem ipsum dolor sit amet, consectetur adipiscing elit. Vestibulum consequat mi quis pretium semper. </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900">
                <a:solidFill>
                  <a:schemeClr val="dk1"/>
                </a:solidFill>
                <a:latin typeface="Jost"/>
                <a:ea typeface="Jost"/>
                <a:cs typeface="Jost"/>
                <a:sym typeface="Jost"/>
              </a:rPr>
              <a:t>Proin luctus orci ac neque venenatis, quis commodo dolor posuere. </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900">
                <a:solidFill>
                  <a:schemeClr val="dk1"/>
                </a:solidFill>
                <a:latin typeface="Jost"/>
                <a:ea typeface="Jost"/>
                <a:cs typeface="Jost"/>
                <a:sym typeface="Jost"/>
              </a:rPr>
              <a:t>Curabitur dignissim sapien quis cursus egestas.</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900">
                <a:solidFill>
                  <a:schemeClr val="dk1"/>
                </a:solidFill>
                <a:latin typeface="Jost"/>
                <a:ea typeface="Jost"/>
                <a:cs typeface="Jost"/>
                <a:sym typeface="Jost"/>
              </a:rPr>
              <a:t>Donec blandit auctor arcu, nec pellentesque eros molestie eget. In consectetur aliquam hendrerit. Sed cursus mauris vitae ligula pellentesque, non pellentesque urna aliquet. Fusce placerat mauris enim, nec rutrum purus semper vel. </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t/>
            </a:r>
            <a:endParaRPr sz="900">
              <a:solidFill>
                <a:schemeClr val="dk1"/>
              </a:solidFill>
              <a:latin typeface="Jost"/>
              <a:ea typeface="Jost"/>
              <a:cs typeface="Jost"/>
              <a:sym typeface="Jost"/>
            </a:endParaRPr>
          </a:p>
          <a:p>
            <a:pPr indent="0" lvl="0" marL="0" rtl="0" algn="l">
              <a:lnSpc>
                <a:spcPct val="115000"/>
              </a:lnSpc>
              <a:spcBef>
                <a:spcPts val="0"/>
              </a:spcBef>
              <a:spcAft>
                <a:spcPts val="0"/>
              </a:spcAft>
              <a:buNone/>
            </a:pPr>
            <a:r>
              <a:rPr lang="it" sz="900">
                <a:solidFill>
                  <a:schemeClr val="dk1"/>
                </a:solidFill>
                <a:latin typeface="Jost"/>
                <a:ea typeface="Jost"/>
                <a:cs typeface="Jost"/>
                <a:sym typeface="Jost"/>
              </a:rPr>
              <a:t>Praesent tincidunt neque eu pellentesque pharetra. Fusce pellentesque est orci.</a:t>
            </a:r>
            <a:endParaRPr sz="900">
              <a:solidFill>
                <a:schemeClr val="dk1"/>
              </a:solidFill>
              <a:latin typeface="Jost"/>
              <a:ea typeface="Jost"/>
              <a:cs typeface="Jost"/>
              <a:sym typeface="Jost"/>
            </a:endParaRPr>
          </a:p>
        </p:txBody>
      </p:sp>
      <p:cxnSp>
        <p:nvCxnSpPr>
          <p:cNvPr id="344" name="Google Shape;344;p46"/>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345" name="Google Shape;345;p46"/>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346" name="Google Shape;346;p46"/>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sp>
        <p:nvSpPr>
          <p:cNvPr id="347" name="Google Shape;347;p46"/>
          <p:cNvSpPr txBox="1"/>
          <p:nvPr>
            <p:ph type="ctrTitle"/>
          </p:nvPr>
        </p:nvSpPr>
        <p:spPr>
          <a:xfrm>
            <a:off x="360000" y="969598"/>
            <a:ext cx="4120800" cy="2178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it" sz="1800">
                <a:solidFill>
                  <a:schemeClr val="lt1"/>
                </a:solidFill>
                <a:latin typeface="Lora Medium"/>
                <a:ea typeface="Lora Medium"/>
                <a:cs typeface="Lora Medium"/>
                <a:sym typeface="Lora Medium"/>
              </a:rPr>
              <a:t>Nome Influencer</a:t>
            </a:r>
            <a:endParaRPr sz="1800">
              <a:solidFill>
                <a:schemeClr val="lt1"/>
              </a:solidFill>
              <a:latin typeface="Lora Medium"/>
              <a:ea typeface="Lora Medium"/>
              <a:cs typeface="Lora Medium"/>
              <a:sym typeface="Lora Medium"/>
            </a:endParaRPr>
          </a:p>
        </p:txBody>
      </p:sp>
      <p:pic>
        <p:nvPicPr>
          <p:cNvPr id="348" name="Google Shape;348;p46" title="IMG.png"/>
          <p:cNvPicPr preferRelativeResize="0"/>
          <p:nvPr/>
        </p:nvPicPr>
        <p:blipFill>
          <a:blip r:embed="rId5">
            <a:alphaModFix/>
          </a:blip>
          <a:stretch>
            <a:fillRect/>
          </a:stretch>
        </p:blipFill>
        <p:spPr>
          <a:xfrm>
            <a:off x="6012875" y="1080000"/>
            <a:ext cx="2722099" cy="3706625"/>
          </a:xfrm>
          <a:prstGeom prst="rect">
            <a:avLst/>
          </a:prstGeom>
          <a:noFill/>
          <a:ln>
            <a:noFill/>
          </a:ln>
        </p:spPr>
      </p:pic>
      <p:sp>
        <p:nvSpPr>
          <p:cNvPr id="349" name="Google Shape;349;p46"/>
          <p:cNvSpPr txBox="1"/>
          <p:nvPr/>
        </p:nvSpPr>
        <p:spPr>
          <a:xfrm>
            <a:off x="360000" y="3718000"/>
            <a:ext cx="1065900" cy="1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549"/>
              </a:spcBef>
              <a:spcAft>
                <a:spcPts val="1549"/>
              </a:spcAft>
              <a:buNone/>
            </a:pPr>
            <a:r>
              <a:rPr b="1" lang="it" sz="903">
                <a:solidFill>
                  <a:srgbClr val="FF9903"/>
                </a:solidFill>
                <a:latin typeface="Unbounded"/>
                <a:ea typeface="Unbounded"/>
                <a:cs typeface="Unbounded"/>
                <a:sym typeface="Unbounded"/>
              </a:rPr>
              <a:t>INTERACTION</a:t>
            </a:r>
            <a:endParaRPr b="1" sz="903">
              <a:solidFill>
                <a:schemeClr val="dk1"/>
              </a:solidFill>
              <a:latin typeface="Unbounded"/>
              <a:ea typeface="Unbounded"/>
              <a:cs typeface="Unbounded"/>
              <a:sym typeface="Unbounded"/>
            </a:endParaRPr>
          </a:p>
        </p:txBody>
      </p:sp>
      <p:sp>
        <p:nvSpPr>
          <p:cNvPr id="350" name="Google Shape;350;p46"/>
          <p:cNvSpPr txBox="1"/>
          <p:nvPr/>
        </p:nvSpPr>
        <p:spPr>
          <a:xfrm>
            <a:off x="360000" y="3957105"/>
            <a:ext cx="1113600" cy="7593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1100"/>
              <a:buFont typeface="Arial"/>
              <a:buNone/>
            </a:pPr>
            <a:r>
              <a:rPr lang="it">
                <a:solidFill>
                  <a:schemeClr val="dk1"/>
                </a:solidFill>
                <a:highlight>
                  <a:schemeClr val="lt1"/>
                </a:highlight>
                <a:latin typeface="Unbounded Medium"/>
                <a:ea typeface="Unbounded Medium"/>
                <a:cs typeface="Unbounded Medium"/>
                <a:sym typeface="Unbounded Medium"/>
              </a:rPr>
              <a:t>8.523</a:t>
            </a:r>
            <a:r>
              <a:rPr lang="it" sz="1100">
                <a:solidFill>
                  <a:schemeClr val="dk1"/>
                </a:solidFill>
                <a:highlight>
                  <a:schemeClr val="lt1"/>
                </a:highlight>
                <a:latin typeface="Unbounded Medium"/>
                <a:ea typeface="Unbounded Medium"/>
                <a:cs typeface="Unbounded Medium"/>
                <a:sym typeface="Unbounded Medium"/>
              </a:rPr>
              <a:t> </a:t>
            </a:r>
            <a:r>
              <a:rPr lang="it" sz="800">
                <a:solidFill>
                  <a:schemeClr val="dk1"/>
                </a:solidFill>
                <a:highlight>
                  <a:schemeClr val="lt1"/>
                </a:highlight>
                <a:latin typeface="Jost"/>
                <a:ea typeface="Jost"/>
                <a:cs typeface="Jost"/>
                <a:sym typeface="Jost"/>
              </a:rPr>
              <a:t>likes</a:t>
            </a:r>
            <a:br>
              <a:rPr lang="it" sz="1100">
                <a:solidFill>
                  <a:schemeClr val="dk1"/>
                </a:solidFill>
                <a:highlight>
                  <a:schemeClr val="lt1"/>
                </a:highlight>
                <a:latin typeface="Unbounded Medium"/>
                <a:ea typeface="Unbounded Medium"/>
                <a:cs typeface="Unbounded Medium"/>
                <a:sym typeface="Unbounded Medium"/>
              </a:rPr>
            </a:br>
            <a:r>
              <a:rPr lang="it">
                <a:solidFill>
                  <a:schemeClr val="dk1"/>
                </a:solidFill>
                <a:highlight>
                  <a:schemeClr val="lt1"/>
                </a:highlight>
                <a:latin typeface="Unbounded Medium"/>
                <a:ea typeface="Unbounded Medium"/>
                <a:cs typeface="Unbounded Medium"/>
                <a:sym typeface="Unbounded Medium"/>
              </a:rPr>
              <a:t>18</a:t>
            </a:r>
            <a:r>
              <a:rPr lang="it" sz="1100">
                <a:solidFill>
                  <a:schemeClr val="dk1"/>
                </a:solidFill>
                <a:highlight>
                  <a:schemeClr val="lt1"/>
                </a:highlight>
                <a:latin typeface="Unbounded Medium"/>
                <a:ea typeface="Unbounded Medium"/>
                <a:cs typeface="Unbounded Medium"/>
                <a:sym typeface="Unbounded Medium"/>
              </a:rPr>
              <a:t> </a:t>
            </a:r>
            <a:r>
              <a:rPr lang="it" sz="800">
                <a:solidFill>
                  <a:schemeClr val="dk1"/>
                </a:solidFill>
                <a:highlight>
                  <a:schemeClr val="lt1"/>
                </a:highlight>
                <a:latin typeface="Jost"/>
                <a:ea typeface="Jost"/>
                <a:cs typeface="Jost"/>
                <a:sym typeface="Jost"/>
              </a:rPr>
              <a:t>comments</a:t>
            </a:r>
            <a:br>
              <a:rPr lang="it" sz="1100">
                <a:solidFill>
                  <a:schemeClr val="dk1"/>
                </a:solidFill>
                <a:highlight>
                  <a:schemeClr val="lt1"/>
                </a:highlight>
                <a:latin typeface="Unbounded Medium"/>
                <a:ea typeface="Unbounded Medium"/>
                <a:cs typeface="Unbounded Medium"/>
                <a:sym typeface="Unbounded Medium"/>
              </a:rPr>
            </a:br>
            <a:r>
              <a:rPr lang="it">
                <a:solidFill>
                  <a:schemeClr val="dk1"/>
                </a:solidFill>
                <a:highlight>
                  <a:schemeClr val="lt1"/>
                </a:highlight>
                <a:latin typeface="Unbounded Medium"/>
                <a:ea typeface="Unbounded Medium"/>
                <a:cs typeface="Unbounded Medium"/>
                <a:sym typeface="Unbounded Medium"/>
              </a:rPr>
              <a:t>414</a:t>
            </a:r>
            <a:r>
              <a:rPr lang="it" sz="1100">
                <a:solidFill>
                  <a:schemeClr val="dk1"/>
                </a:solidFill>
                <a:highlight>
                  <a:schemeClr val="lt1"/>
                </a:highlight>
                <a:latin typeface="Unbounded Medium"/>
                <a:ea typeface="Unbounded Medium"/>
                <a:cs typeface="Unbounded Medium"/>
                <a:sym typeface="Unbounded Medium"/>
              </a:rPr>
              <a:t> </a:t>
            </a:r>
            <a:r>
              <a:rPr lang="it" sz="800">
                <a:solidFill>
                  <a:schemeClr val="dk1"/>
                </a:solidFill>
                <a:highlight>
                  <a:schemeClr val="lt1"/>
                </a:highlight>
                <a:latin typeface="Jost"/>
                <a:ea typeface="Jost"/>
                <a:cs typeface="Jost"/>
                <a:sym typeface="Jost"/>
              </a:rPr>
              <a:t>saved</a:t>
            </a:r>
            <a:br>
              <a:rPr lang="it" sz="1100">
                <a:solidFill>
                  <a:schemeClr val="dk1"/>
                </a:solidFill>
                <a:highlight>
                  <a:schemeClr val="lt1"/>
                </a:highlight>
                <a:latin typeface="Unbounded Medium"/>
                <a:ea typeface="Unbounded Medium"/>
                <a:cs typeface="Unbounded Medium"/>
                <a:sym typeface="Unbounded Medium"/>
              </a:rPr>
            </a:br>
            <a:r>
              <a:rPr lang="it">
                <a:solidFill>
                  <a:schemeClr val="dk1"/>
                </a:solidFill>
                <a:highlight>
                  <a:schemeClr val="lt1"/>
                </a:highlight>
                <a:latin typeface="Unbounded Medium"/>
                <a:ea typeface="Unbounded Medium"/>
                <a:cs typeface="Unbounded Medium"/>
                <a:sym typeface="Unbounded Medium"/>
              </a:rPr>
              <a:t>8</a:t>
            </a:r>
            <a:r>
              <a:rPr lang="it" sz="1100">
                <a:solidFill>
                  <a:schemeClr val="dk1"/>
                </a:solidFill>
                <a:highlight>
                  <a:schemeClr val="lt1"/>
                </a:highlight>
                <a:latin typeface="Unbounded Medium"/>
                <a:ea typeface="Unbounded Medium"/>
                <a:cs typeface="Unbounded Medium"/>
                <a:sym typeface="Unbounded Medium"/>
              </a:rPr>
              <a:t> </a:t>
            </a:r>
            <a:r>
              <a:rPr lang="it" sz="800">
                <a:solidFill>
                  <a:schemeClr val="dk1"/>
                </a:solidFill>
                <a:highlight>
                  <a:schemeClr val="lt1"/>
                </a:highlight>
                <a:latin typeface="Jost"/>
                <a:ea typeface="Jost"/>
                <a:cs typeface="Jost"/>
                <a:sym typeface="Jost"/>
              </a:rPr>
              <a:t>reposts</a:t>
            </a:r>
            <a:endParaRPr sz="800">
              <a:solidFill>
                <a:schemeClr val="dk1"/>
              </a:solidFill>
              <a:latin typeface="Jost"/>
              <a:ea typeface="Jost"/>
              <a:cs typeface="Jost"/>
              <a:sym typeface="Jost"/>
            </a:endParaRPr>
          </a:p>
        </p:txBody>
      </p:sp>
      <p:sp>
        <p:nvSpPr>
          <p:cNvPr id="351" name="Google Shape;351;p46"/>
          <p:cNvSpPr txBox="1"/>
          <p:nvPr/>
        </p:nvSpPr>
        <p:spPr>
          <a:xfrm>
            <a:off x="1698449" y="3718000"/>
            <a:ext cx="1065900" cy="1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549"/>
              </a:spcBef>
              <a:spcAft>
                <a:spcPts val="1549"/>
              </a:spcAft>
              <a:buNone/>
            </a:pPr>
            <a:r>
              <a:rPr b="1" lang="it" sz="903">
                <a:solidFill>
                  <a:srgbClr val="FF9903"/>
                </a:solidFill>
                <a:latin typeface="Unbounded"/>
                <a:ea typeface="Unbounded"/>
                <a:cs typeface="Unbounded"/>
                <a:sym typeface="Unbounded"/>
              </a:rPr>
              <a:t>REACH</a:t>
            </a:r>
            <a:endParaRPr b="1" sz="903">
              <a:solidFill>
                <a:schemeClr val="dk1"/>
              </a:solidFill>
              <a:latin typeface="Unbounded"/>
              <a:ea typeface="Unbounded"/>
              <a:cs typeface="Unbounded"/>
              <a:sym typeface="Unbounded"/>
            </a:endParaRPr>
          </a:p>
        </p:txBody>
      </p:sp>
      <p:sp>
        <p:nvSpPr>
          <p:cNvPr id="352" name="Google Shape;352;p46"/>
          <p:cNvSpPr txBox="1"/>
          <p:nvPr/>
        </p:nvSpPr>
        <p:spPr>
          <a:xfrm>
            <a:off x="2905747" y="3718000"/>
            <a:ext cx="1065900" cy="1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549"/>
              </a:spcBef>
              <a:spcAft>
                <a:spcPts val="1549"/>
              </a:spcAft>
              <a:buNone/>
            </a:pPr>
            <a:r>
              <a:rPr b="1" lang="it" sz="903">
                <a:solidFill>
                  <a:srgbClr val="FF9903"/>
                </a:solidFill>
                <a:latin typeface="Unbounded"/>
                <a:ea typeface="Unbounded"/>
                <a:cs typeface="Unbounded"/>
                <a:sym typeface="Unbounded"/>
              </a:rPr>
              <a:t>IMPRESSIONS</a:t>
            </a:r>
            <a:endParaRPr b="1" sz="903">
              <a:solidFill>
                <a:schemeClr val="dk1"/>
              </a:solidFill>
              <a:latin typeface="Unbounded"/>
              <a:ea typeface="Unbounded"/>
              <a:cs typeface="Unbounded"/>
              <a:sym typeface="Unbounded"/>
            </a:endParaRPr>
          </a:p>
        </p:txBody>
      </p:sp>
      <p:sp>
        <p:nvSpPr>
          <p:cNvPr id="353" name="Google Shape;353;p46"/>
          <p:cNvSpPr txBox="1"/>
          <p:nvPr/>
        </p:nvSpPr>
        <p:spPr>
          <a:xfrm>
            <a:off x="4299148" y="3718000"/>
            <a:ext cx="1065900" cy="1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1549"/>
              </a:spcBef>
              <a:spcAft>
                <a:spcPts val="1549"/>
              </a:spcAft>
              <a:buNone/>
            </a:pPr>
            <a:r>
              <a:rPr b="1" lang="it" sz="903">
                <a:solidFill>
                  <a:srgbClr val="FF9903"/>
                </a:solidFill>
                <a:latin typeface="Unbounded"/>
                <a:ea typeface="Unbounded"/>
                <a:cs typeface="Unbounded"/>
                <a:sym typeface="Unbounded"/>
              </a:rPr>
              <a:t>E.R. BY REACH</a:t>
            </a:r>
            <a:endParaRPr b="1" sz="903">
              <a:solidFill>
                <a:schemeClr val="dk1"/>
              </a:solidFill>
              <a:latin typeface="Unbounded"/>
              <a:ea typeface="Unbounded"/>
              <a:cs typeface="Unbounded"/>
              <a:sym typeface="Unbounded"/>
            </a:endParaRPr>
          </a:p>
        </p:txBody>
      </p:sp>
      <p:sp>
        <p:nvSpPr>
          <p:cNvPr id="354" name="Google Shape;354;p46"/>
          <p:cNvSpPr txBox="1"/>
          <p:nvPr/>
        </p:nvSpPr>
        <p:spPr>
          <a:xfrm>
            <a:off x="1698454" y="3957100"/>
            <a:ext cx="980700" cy="27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a:solidFill>
                  <a:schemeClr val="dk1"/>
                </a:solidFill>
                <a:highlight>
                  <a:schemeClr val="lt1"/>
                </a:highlight>
                <a:latin typeface="Unbounded Medium"/>
                <a:ea typeface="Unbounded Medium"/>
                <a:cs typeface="Unbounded Medium"/>
                <a:sym typeface="Unbounded Medium"/>
              </a:rPr>
              <a:t>157.899</a:t>
            </a:r>
            <a:endParaRPr>
              <a:solidFill>
                <a:schemeClr val="dk1"/>
              </a:solidFill>
              <a:highlight>
                <a:schemeClr val="lt1"/>
              </a:highlight>
              <a:latin typeface="Unbounded Medium"/>
              <a:ea typeface="Unbounded Medium"/>
              <a:cs typeface="Unbounded Medium"/>
              <a:sym typeface="Unbounded Medium"/>
            </a:endParaRPr>
          </a:p>
          <a:p>
            <a:pPr indent="0" lvl="0" marL="0" rtl="0" algn="l">
              <a:lnSpc>
                <a:spcPct val="90000"/>
              </a:lnSpc>
              <a:spcBef>
                <a:spcPts val="0"/>
              </a:spcBef>
              <a:spcAft>
                <a:spcPts val="0"/>
              </a:spcAft>
              <a:buNone/>
            </a:pPr>
            <a:r>
              <a:t/>
            </a:r>
            <a:endParaRPr>
              <a:solidFill>
                <a:schemeClr val="dk1"/>
              </a:solidFill>
              <a:highlight>
                <a:schemeClr val="lt1"/>
              </a:highlight>
              <a:latin typeface="Unbounded Medium"/>
              <a:ea typeface="Unbounded Medium"/>
              <a:cs typeface="Unbounded Medium"/>
              <a:sym typeface="Unbounded Medium"/>
            </a:endParaRPr>
          </a:p>
        </p:txBody>
      </p:sp>
      <p:sp>
        <p:nvSpPr>
          <p:cNvPr id="355" name="Google Shape;355;p46"/>
          <p:cNvSpPr txBox="1"/>
          <p:nvPr/>
        </p:nvSpPr>
        <p:spPr>
          <a:xfrm>
            <a:off x="2905756" y="3957100"/>
            <a:ext cx="980700" cy="27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a:solidFill>
                  <a:schemeClr val="dk1"/>
                </a:solidFill>
                <a:highlight>
                  <a:schemeClr val="lt1"/>
                </a:highlight>
                <a:latin typeface="Unbounded Medium"/>
                <a:ea typeface="Unbounded Medium"/>
                <a:cs typeface="Unbounded Medium"/>
                <a:sym typeface="Unbounded Medium"/>
              </a:rPr>
              <a:t>252.627</a:t>
            </a:r>
            <a:endParaRPr>
              <a:solidFill>
                <a:schemeClr val="dk1"/>
              </a:solidFill>
              <a:highlight>
                <a:schemeClr val="lt1"/>
              </a:highlight>
              <a:latin typeface="Unbounded Medium"/>
              <a:ea typeface="Unbounded Medium"/>
              <a:cs typeface="Unbounded Medium"/>
              <a:sym typeface="Unbounded Medium"/>
            </a:endParaRPr>
          </a:p>
          <a:p>
            <a:pPr indent="0" lvl="0" marL="0" rtl="0" algn="l">
              <a:lnSpc>
                <a:spcPct val="90000"/>
              </a:lnSpc>
              <a:spcBef>
                <a:spcPts val="0"/>
              </a:spcBef>
              <a:spcAft>
                <a:spcPts val="0"/>
              </a:spcAft>
              <a:buNone/>
            </a:pPr>
            <a:r>
              <a:t/>
            </a:r>
            <a:endParaRPr>
              <a:solidFill>
                <a:schemeClr val="dk1"/>
              </a:solidFill>
              <a:highlight>
                <a:schemeClr val="lt1"/>
              </a:highlight>
              <a:latin typeface="Unbounded Medium"/>
              <a:ea typeface="Unbounded Medium"/>
              <a:cs typeface="Unbounded Medium"/>
              <a:sym typeface="Unbounded Medium"/>
            </a:endParaRPr>
          </a:p>
        </p:txBody>
      </p:sp>
      <p:sp>
        <p:nvSpPr>
          <p:cNvPr id="356" name="Google Shape;356;p46"/>
          <p:cNvSpPr txBox="1"/>
          <p:nvPr/>
        </p:nvSpPr>
        <p:spPr>
          <a:xfrm>
            <a:off x="4299137" y="3957100"/>
            <a:ext cx="980700" cy="27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it">
                <a:solidFill>
                  <a:schemeClr val="dk1"/>
                </a:solidFill>
                <a:highlight>
                  <a:schemeClr val="lt1"/>
                </a:highlight>
                <a:latin typeface="Unbounded Medium"/>
                <a:ea typeface="Unbounded Medium"/>
                <a:cs typeface="Unbounded Medium"/>
                <a:sym typeface="Unbounded Medium"/>
              </a:rPr>
              <a:t>5.68%</a:t>
            </a:r>
            <a:endParaRPr>
              <a:solidFill>
                <a:schemeClr val="dk1"/>
              </a:solidFill>
              <a:highlight>
                <a:schemeClr val="lt1"/>
              </a:highlight>
              <a:latin typeface="Unbounded Medium"/>
              <a:ea typeface="Unbounded Medium"/>
              <a:cs typeface="Unbounded Medium"/>
              <a:sym typeface="Unbounded Medium"/>
            </a:endParaRPr>
          </a:p>
          <a:p>
            <a:pPr indent="0" lvl="0" marL="0" rtl="0" algn="l">
              <a:lnSpc>
                <a:spcPct val="90000"/>
              </a:lnSpc>
              <a:spcBef>
                <a:spcPts val="0"/>
              </a:spcBef>
              <a:spcAft>
                <a:spcPts val="0"/>
              </a:spcAft>
              <a:buNone/>
            </a:pPr>
            <a:r>
              <a:t/>
            </a:r>
            <a:endParaRPr>
              <a:solidFill>
                <a:schemeClr val="dk1"/>
              </a:solidFill>
              <a:highlight>
                <a:schemeClr val="lt1"/>
              </a:highlight>
              <a:latin typeface="Unbounded Medium"/>
              <a:ea typeface="Unbounded Medium"/>
              <a:cs typeface="Unbounded Medium"/>
              <a:sym typeface="Unbounded Medium"/>
            </a:endParaRPr>
          </a:p>
        </p:txBody>
      </p:sp>
      <p:sp>
        <p:nvSpPr>
          <p:cNvPr id="357" name="Google Shape;357;p46"/>
          <p:cNvSpPr txBox="1"/>
          <p:nvPr>
            <p:ph type="ctrTitle"/>
          </p:nvPr>
        </p:nvSpPr>
        <p:spPr>
          <a:xfrm>
            <a:off x="652160" y="3375853"/>
            <a:ext cx="1128600" cy="1302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lang="it" sz="1314">
                <a:latin typeface="Lora Medium"/>
                <a:ea typeface="Lora Medium"/>
                <a:cs typeface="Lora Medium"/>
                <a:sym typeface="Lora Medium"/>
              </a:rPr>
              <a:t>Reel - Results</a:t>
            </a:r>
            <a:endParaRPr sz="1314">
              <a:latin typeface="Lora Medium"/>
              <a:ea typeface="Lora Medium"/>
              <a:cs typeface="Lora Medium"/>
              <a:sym typeface="Lora Medium"/>
            </a:endParaRPr>
          </a:p>
        </p:txBody>
      </p:sp>
      <p:pic>
        <p:nvPicPr>
          <p:cNvPr id="358" name="Google Shape;358;p46" title="instagram (1).png"/>
          <p:cNvPicPr preferRelativeResize="0"/>
          <p:nvPr/>
        </p:nvPicPr>
        <p:blipFill>
          <a:blip r:embed="rId6">
            <a:alphaModFix/>
          </a:blip>
          <a:stretch>
            <a:fillRect/>
          </a:stretch>
        </p:blipFill>
        <p:spPr>
          <a:xfrm>
            <a:off x="360000" y="3341299"/>
            <a:ext cx="194075" cy="1940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5" name="Shape 1005"/>
        <p:cNvGrpSpPr/>
        <p:nvPr/>
      </p:nvGrpSpPr>
      <p:grpSpPr>
        <a:xfrm>
          <a:off x="0" y="0"/>
          <a:ext cx="0" cy="0"/>
          <a:chOff x="0" y="0"/>
          <a:chExt cx="0" cy="0"/>
        </a:xfrm>
      </p:grpSpPr>
      <p:pic>
        <p:nvPicPr>
          <p:cNvPr id="1006" name="Google Shape;1006;p67" title="gradient_gml-new3.jpg"/>
          <p:cNvPicPr preferRelativeResize="0"/>
          <p:nvPr/>
        </p:nvPicPr>
        <p:blipFill rotWithShape="1">
          <a:blip r:embed="rId4">
            <a:alphaModFix/>
          </a:blip>
          <a:srcRect b="10" l="0" r="0" t="10"/>
          <a:stretch/>
        </p:blipFill>
        <p:spPr>
          <a:xfrm>
            <a:off x="0" y="0"/>
            <a:ext cx="9144000" cy="5142245"/>
          </a:xfrm>
          <a:prstGeom prst="rect">
            <a:avLst/>
          </a:prstGeom>
          <a:noFill/>
          <a:ln>
            <a:noFill/>
          </a:ln>
        </p:spPr>
      </p:pic>
      <p:sp>
        <p:nvSpPr>
          <p:cNvPr id="1007" name="Google Shape;1007;p67"/>
          <p:cNvSpPr/>
          <p:nvPr/>
        </p:nvSpPr>
        <p:spPr>
          <a:xfrm>
            <a:off x="2199601" y="924123"/>
            <a:ext cx="4744800" cy="2568600"/>
          </a:xfrm>
          <a:prstGeom prst="roundRect">
            <a:avLst>
              <a:gd fmla="val 570" name="adj"/>
            </a:avLst>
          </a:prstGeom>
          <a:gradFill>
            <a:gsLst>
              <a:gs pos="0">
                <a:srgbClr val="FFFFFF">
                  <a:alpha val="5098"/>
                </a:srgbClr>
              </a:gs>
              <a:gs pos="46000">
                <a:srgbClr val="FFFFFF">
                  <a:alpha val="12157"/>
                </a:srgbClr>
              </a:gs>
              <a:gs pos="100000">
                <a:srgbClr val="FFFFFF">
                  <a:alpha val="5098"/>
                </a:srgbClr>
              </a:gs>
            </a:gsLst>
            <a:lin ang="5400012" scaled="0"/>
          </a:gradFill>
          <a:ln>
            <a:noFill/>
          </a:ln>
          <a:effectLst>
            <a:outerShdw blurRad="702610" rotWithShape="0" algn="bl" dir="5400000" dist="9368">
              <a:srgbClr val="FF9903">
                <a:alpha val="5000"/>
              </a:srgbClr>
            </a:outerShdw>
          </a:effectLst>
        </p:spPr>
        <p:txBody>
          <a:bodyPr anchorCtr="0" anchor="ctr" bIns="44950" lIns="44950" spcFirstLastPara="1" rIns="44950" wrap="square" tIns="44950">
            <a:noAutofit/>
          </a:bodyPr>
          <a:lstStyle/>
          <a:p>
            <a:pPr indent="0" lvl="0" marL="0" rtl="0" algn="ctr">
              <a:spcBef>
                <a:spcPts val="0"/>
              </a:spcBef>
              <a:spcAft>
                <a:spcPts val="0"/>
              </a:spcAft>
              <a:buNone/>
            </a:pPr>
            <a:r>
              <a:t/>
            </a:r>
            <a:endParaRPr sz="688"/>
          </a:p>
        </p:txBody>
      </p:sp>
      <p:sp>
        <p:nvSpPr>
          <p:cNvPr id="1008" name="Google Shape;1008;p67"/>
          <p:cNvSpPr txBox="1"/>
          <p:nvPr/>
        </p:nvSpPr>
        <p:spPr>
          <a:xfrm>
            <a:off x="2412044" y="1136565"/>
            <a:ext cx="1833000" cy="2143200"/>
          </a:xfrm>
          <a:prstGeom prst="rect">
            <a:avLst/>
          </a:prstGeom>
          <a:noFill/>
          <a:ln>
            <a:noFill/>
          </a:ln>
        </p:spPr>
        <p:txBody>
          <a:bodyPr anchorCtr="0" anchor="ctr" bIns="88500" lIns="88500" spcFirstLastPara="1" rIns="88500" wrap="square" tIns="88500">
            <a:noAutofit/>
          </a:bodyPr>
          <a:lstStyle/>
          <a:p>
            <a:pPr indent="0" lvl="0" marL="0" rtl="0" algn="l">
              <a:lnSpc>
                <a:spcPct val="150000"/>
              </a:lnSpc>
              <a:spcBef>
                <a:spcPts val="0"/>
              </a:spcBef>
              <a:spcAft>
                <a:spcPts val="0"/>
              </a:spcAft>
              <a:buClr>
                <a:srgbClr val="000000"/>
              </a:buClr>
              <a:buSzPts val="541"/>
              <a:buFont typeface="Arial"/>
              <a:buNone/>
            </a:pPr>
            <a:r>
              <a:rPr lang="it" sz="1180">
                <a:solidFill>
                  <a:srgbClr val="EEEEEE"/>
                </a:solidFill>
                <a:latin typeface="Jost SemiBold"/>
                <a:ea typeface="Jost SemiBold"/>
                <a:cs typeface="Jost SemiBold"/>
                <a:sym typeface="Jost SemiBold"/>
              </a:rPr>
              <a:t>Green Media Lab Srl SB</a:t>
            </a:r>
            <a:endParaRPr sz="1180">
              <a:solidFill>
                <a:srgbClr val="EEEEEE"/>
              </a:solidFill>
              <a:latin typeface="Jost SemiBold"/>
              <a:ea typeface="Jost SemiBold"/>
              <a:cs typeface="Jost SemiBold"/>
              <a:sym typeface="Jost SemiBold"/>
            </a:endParaRPr>
          </a:p>
          <a:p>
            <a:pPr indent="0" lvl="0" marL="0" rtl="0" algn="l">
              <a:lnSpc>
                <a:spcPct val="150000"/>
              </a:lnSpc>
              <a:spcBef>
                <a:spcPts val="0"/>
              </a:spcBef>
              <a:spcAft>
                <a:spcPts val="0"/>
              </a:spcAft>
              <a:buClr>
                <a:srgbClr val="000000"/>
              </a:buClr>
              <a:buSzPts val="541"/>
              <a:buFont typeface="Arial"/>
              <a:buNone/>
            </a:pPr>
            <a:r>
              <a:rPr lang="it" sz="984">
                <a:solidFill>
                  <a:srgbClr val="EEEEEE"/>
                </a:solidFill>
                <a:latin typeface="Jost Light"/>
                <a:ea typeface="Jost Light"/>
                <a:cs typeface="Jost Light"/>
                <a:sym typeface="Jost Light"/>
              </a:rPr>
              <a:t>Via Tertulliano 68 – Milano</a:t>
            </a:r>
            <a:endParaRPr sz="984">
              <a:solidFill>
                <a:srgbClr val="EEEEEE"/>
              </a:solidFill>
              <a:latin typeface="Jost Light"/>
              <a:ea typeface="Jost Light"/>
              <a:cs typeface="Jost Light"/>
              <a:sym typeface="Jost Light"/>
            </a:endParaRPr>
          </a:p>
          <a:p>
            <a:pPr indent="0" lvl="0" marL="0" rtl="0" algn="l">
              <a:lnSpc>
                <a:spcPct val="150000"/>
              </a:lnSpc>
              <a:spcBef>
                <a:spcPts val="0"/>
              </a:spcBef>
              <a:spcAft>
                <a:spcPts val="0"/>
              </a:spcAft>
              <a:buClr>
                <a:srgbClr val="000000"/>
              </a:buClr>
              <a:buSzPts val="541"/>
              <a:buFont typeface="Arial"/>
              <a:buNone/>
            </a:pPr>
            <a:r>
              <a:rPr lang="it" sz="984">
                <a:solidFill>
                  <a:srgbClr val="EEEEEE"/>
                </a:solidFill>
                <a:latin typeface="Jost Light"/>
                <a:ea typeface="Jost Light"/>
                <a:cs typeface="Jost Light"/>
                <a:sym typeface="Jost Light"/>
              </a:rPr>
              <a:t>Phone: </a:t>
            </a:r>
            <a:r>
              <a:rPr lang="it" sz="984">
                <a:solidFill>
                  <a:srgbClr val="EEEEEE"/>
                </a:solidFill>
                <a:latin typeface="Jost"/>
                <a:ea typeface="Jost"/>
                <a:cs typeface="Jost"/>
                <a:sym typeface="Jost"/>
              </a:rPr>
              <a:t>+ 39 02 91320415</a:t>
            </a:r>
            <a:endParaRPr sz="984">
              <a:solidFill>
                <a:srgbClr val="EEEEEE"/>
              </a:solidFill>
              <a:latin typeface="Jost"/>
              <a:ea typeface="Jost"/>
              <a:cs typeface="Jost"/>
              <a:sym typeface="Jost"/>
            </a:endParaRPr>
          </a:p>
          <a:p>
            <a:pPr indent="0" lvl="0" marL="0" rtl="0" algn="l">
              <a:lnSpc>
                <a:spcPct val="150000"/>
              </a:lnSpc>
              <a:spcBef>
                <a:spcPts val="0"/>
              </a:spcBef>
              <a:spcAft>
                <a:spcPts val="0"/>
              </a:spcAft>
              <a:buClr>
                <a:srgbClr val="000000"/>
              </a:buClr>
              <a:buSzPts val="541"/>
              <a:buFont typeface="Arial"/>
              <a:buNone/>
            </a:pPr>
            <a:r>
              <a:rPr lang="it" sz="984">
                <a:solidFill>
                  <a:srgbClr val="EEEEEE"/>
                </a:solidFill>
                <a:latin typeface="Jost Light"/>
                <a:ea typeface="Jost Light"/>
                <a:cs typeface="Jost Light"/>
                <a:sym typeface="Jost Light"/>
              </a:rPr>
              <a:t>Mail: </a:t>
            </a:r>
            <a:r>
              <a:rPr lang="it" sz="984">
                <a:solidFill>
                  <a:srgbClr val="EEEEEE"/>
                </a:solidFill>
                <a:latin typeface="Jost"/>
                <a:ea typeface="Jost"/>
                <a:cs typeface="Jost"/>
                <a:sym typeface="Jost"/>
              </a:rPr>
              <a:t>info@greenmedialab.com</a:t>
            </a:r>
            <a:endParaRPr sz="984">
              <a:solidFill>
                <a:srgbClr val="EEEEEE"/>
              </a:solidFill>
              <a:latin typeface="Jost"/>
              <a:ea typeface="Jost"/>
              <a:cs typeface="Jost"/>
              <a:sym typeface="Jost"/>
            </a:endParaRPr>
          </a:p>
          <a:p>
            <a:pPr indent="0" lvl="0" marL="0" rtl="0" algn="l">
              <a:lnSpc>
                <a:spcPct val="150000"/>
              </a:lnSpc>
              <a:spcBef>
                <a:spcPts val="0"/>
              </a:spcBef>
              <a:spcAft>
                <a:spcPts val="0"/>
              </a:spcAft>
              <a:buClr>
                <a:srgbClr val="000000"/>
              </a:buClr>
              <a:buSzPts val="541"/>
              <a:buFont typeface="Arial"/>
              <a:buNone/>
            </a:pPr>
            <a:r>
              <a:rPr lang="it" sz="984">
                <a:solidFill>
                  <a:srgbClr val="EEEEEE"/>
                </a:solidFill>
                <a:latin typeface="Jost Light"/>
                <a:ea typeface="Jost Light"/>
                <a:cs typeface="Jost Light"/>
                <a:sym typeface="Jost Light"/>
              </a:rPr>
              <a:t>Instagram: </a:t>
            </a:r>
            <a:r>
              <a:rPr lang="it" sz="984" u="sng">
                <a:solidFill>
                  <a:srgbClr val="FF9903"/>
                </a:solidFill>
                <a:latin typeface="Jost"/>
                <a:ea typeface="Jost"/>
                <a:cs typeface="Jost"/>
                <a:sym typeface="Jost"/>
              </a:rPr>
              <a:t>@greenmedialab</a:t>
            </a:r>
            <a:endParaRPr sz="984" u="sng">
              <a:solidFill>
                <a:srgbClr val="FF9903"/>
              </a:solidFill>
              <a:latin typeface="Jost"/>
              <a:ea typeface="Jost"/>
              <a:cs typeface="Jost"/>
              <a:sym typeface="Jost"/>
            </a:endParaRPr>
          </a:p>
          <a:p>
            <a:pPr indent="0" lvl="0" marL="0" rtl="0" algn="l">
              <a:lnSpc>
                <a:spcPct val="150000"/>
              </a:lnSpc>
              <a:spcBef>
                <a:spcPts val="0"/>
              </a:spcBef>
              <a:spcAft>
                <a:spcPts val="0"/>
              </a:spcAft>
              <a:buClr>
                <a:srgbClr val="000000"/>
              </a:buClr>
              <a:buSzPts val="541"/>
              <a:buFont typeface="Arial"/>
              <a:buNone/>
            </a:pPr>
            <a:r>
              <a:rPr lang="it" sz="984">
                <a:solidFill>
                  <a:srgbClr val="EEEEEE"/>
                </a:solidFill>
                <a:latin typeface="Jost Light"/>
                <a:ea typeface="Jost Light"/>
                <a:cs typeface="Jost Light"/>
                <a:sym typeface="Jost Light"/>
              </a:rPr>
              <a:t>LinkedIn: </a:t>
            </a:r>
            <a:r>
              <a:rPr lang="it" sz="984" u="sng">
                <a:solidFill>
                  <a:srgbClr val="FF9903"/>
                </a:solidFill>
                <a:latin typeface="Jost"/>
                <a:ea typeface="Jost"/>
                <a:cs typeface="Jost"/>
                <a:sym typeface="Jost"/>
              </a:rPr>
              <a:t>@greenmedialab</a:t>
            </a:r>
            <a:endParaRPr sz="984" u="sng">
              <a:solidFill>
                <a:srgbClr val="FF9903"/>
              </a:solidFill>
              <a:latin typeface="Jost"/>
              <a:ea typeface="Jost"/>
              <a:cs typeface="Jost"/>
              <a:sym typeface="Jost"/>
            </a:endParaRPr>
          </a:p>
          <a:p>
            <a:pPr indent="0" lvl="0" marL="0" rtl="0" algn="l">
              <a:lnSpc>
                <a:spcPct val="150000"/>
              </a:lnSpc>
              <a:spcBef>
                <a:spcPts val="0"/>
              </a:spcBef>
              <a:spcAft>
                <a:spcPts val="0"/>
              </a:spcAft>
              <a:buNone/>
            </a:pPr>
            <a:r>
              <a:rPr lang="it" sz="984" u="sng">
                <a:solidFill>
                  <a:srgbClr val="FF9903"/>
                </a:solidFill>
                <a:latin typeface="Jost"/>
                <a:ea typeface="Jost"/>
                <a:cs typeface="Jost"/>
                <a:sym typeface="Jost"/>
              </a:rPr>
              <a:t>www.greenmedialab.com</a:t>
            </a:r>
            <a:endParaRPr sz="984" u="sng">
              <a:solidFill>
                <a:srgbClr val="FF9903"/>
              </a:solidFill>
              <a:latin typeface="Jost"/>
              <a:ea typeface="Jost"/>
              <a:cs typeface="Jost"/>
              <a:sym typeface="Jost"/>
            </a:endParaRPr>
          </a:p>
        </p:txBody>
      </p:sp>
      <p:sp>
        <p:nvSpPr>
          <p:cNvPr id="1009" name="Google Shape;1009;p67"/>
          <p:cNvSpPr/>
          <p:nvPr/>
        </p:nvSpPr>
        <p:spPr>
          <a:xfrm>
            <a:off x="2412049" y="3372254"/>
            <a:ext cx="44100" cy="44100"/>
          </a:xfrm>
          <a:prstGeom prst="corner">
            <a:avLst>
              <a:gd fmla="val 9642" name="adj1"/>
              <a:gd fmla="val 10059" name="adj2"/>
            </a:avLst>
          </a:prstGeom>
          <a:solidFill>
            <a:srgbClr val="FF9903"/>
          </a:solidFill>
          <a:ln>
            <a:noFill/>
          </a:ln>
        </p:spPr>
        <p:txBody>
          <a:bodyPr anchorCtr="0" anchor="ctr" bIns="44950" lIns="44950" spcFirstLastPara="1" rIns="44950" wrap="square" tIns="44950">
            <a:noAutofit/>
          </a:bodyPr>
          <a:lstStyle/>
          <a:p>
            <a:pPr indent="0" lvl="0" marL="0" rtl="0" algn="ctr">
              <a:spcBef>
                <a:spcPts val="0"/>
              </a:spcBef>
              <a:spcAft>
                <a:spcPts val="0"/>
              </a:spcAft>
              <a:buNone/>
            </a:pPr>
            <a:r>
              <a:t/>
            </a:r>
            <a:endParaRPr sz="688"/>
          </a:p>
        </p:txBody>
      </p:sp>
      <p:sp>
        <p:nvSpPr>
          <p:cNvPr id="1010" name="Google Shape;1010;p67"/>
          <p:cNvSpPr/>
          <p:nvPr/>
        </p:nvSpPr>
        <p:spPr>
          <a:xfrm rot="-5400000">
            <a:off x="4160770" y="3009709"/>
            <a:ext cx="44100" cy="44100"/>
          </a:xfrm>
          <a:prstGeom prst="corner">
            <a:avLst>
              <a:gd fmla="val 9642" name="adj1"/>
              <a:gd fmla="val 10059" name="adj2"/>
            </a:avLst>
          </a:prstGeom>
          <a:solidFill>
            <a:srgbClr val="FF9903"/>
          </a:solidFill>
          <a:ln>
            <a:noFill/>
          </a:ln>
        </p:spPr>
        <p:txBody>
          <a:bodyPr anchorCtr="0" anchor="ctr" bIns="44950" lIns="44950" spcFirstLastPara="1" rIns="44950" wrap="square" tIns="44950">
            <a:noAutofit/>
          </a:bodyPr>
          <a:lstStyle/>
          <a:p>
            <a:pPr indent="0" lvl="0" marL="0" rtl="0" algn="ctr">
              <a:spcBef>
                <a:spcPts val="0"/>
              </a:spcBef>
              <a:spcAft>
                <a:spcPts val="0"/>
              </a:spcAft>
              <a:buNone/>
            </a:pPr>
            <a:r>
              <a:t/>
            </a:r>
            <a:endParaRPr sz="688"/>
          </a:p>
        </p:txBody>
      </p:sp>
      <p:sp>
        <p:nvSpPr>
          <p:cNvPr id="1011" name="Google Shape;1011;p67"/>
          <p:cNvSpPr/>
          <p:nvPr/>
        </p:nvSpPr>
        <p:spPr>
          <a:xfrm rot="10800000">
            <a:off x="4160927" y="1400870"/>
            <a:ext cx="44100" cy="44100"/>
          </a:xfrm>
          <a:prstGeom prst="corner">
            <a:avLst>
              <a:gd fmla="val 9642" name="adj1"/>
              <a:gd fmla="val 10059" name="adj2"/>
            </a:avLst>
          </a:prstGeom>
          <a:solidFill>
            <a:srgbClr val="FF9903"/>
          </a:solidFill>
          <a:ln>
            <a:noFill/>
          </a:ln>
        </p:spPr>
        <p:txBody>
          <a:bodyPr anchorCtr="0" anchor="ctr" bIns="44950" lIns="44950" spcFirstLastPara="1" rIns="44950" wrap="square" tIns="44950">
            <a:noAutofit/>
          </a:bodyPr>
          <a:lstStyle/>
          <a:p>
            <a:pPr indent="0" lvl="0" marL="0" rtl="0" algn="ctr">
              <a:spcBef>
                <a:spcPts val="0"/>
              </a:spcBef>
              <a:spcAft>
                <a:spcPts val="0"/>
              </a:spcAft>
              <a:buNone/>
            </a:pPr>
            <a:r>
              <a:t/>
            </a:r>
            <a:endParaRPr sz="688"/>
          </a:p>
        </p:txBody>
      </p:sp>
      <p:sp>
        <p:nvSpPr>
          <p:cNvPr id="1012" name="Google Shape;1012;p67"/>
          <p:cNvSpPr/>
          <p:nvPr/>
        </p:nvSpPr>
        <p:spPr>
          <a:xfrm rot="5400000">
            <a:off x="2412208" y="1763415"/>
            <a:ext cx="44100" cy="44100"/>
          </a:xfrm>
          <a:prstGeom prst="corner">
            <a:avLst>
              <a:gd fmla="val 9642" name="adj1"/>
              <a:gd fmla="val 10059" name="adj2"/>
            </a:avLst>
          </a:prstGeom>
          <a:solidFill>
            <a:srgbClr val="FF9903"/>
          </a:solidFill>
          <a:ln>
            <a:noFill/>
          </a:ln>
        </p:spPr>
        <p:txBody>
          <a:bodyPr anchorCtr="0" anchor="ctr" bIns="44950" lIns="44950" spcFirstLastPara="1" rIns="44950" wrap="square" tIns="44950">
            <a:noAutofit/>
          </a:bodyPr>
          <a:lstStyle/>
          <a:p>
            <a:pPr indent="0" lvl="0" marL="0" rtl="0" algn="ctr">
              <a:spcBef>
                <a:spcPts val="0"/>
              </a:spcBef>
              <a:spcAft>
                <a:spcPts val="0"/>
              </a:spcAft>
              <a:buNone/>
            </a:pPr>
            <a:r>
              <a:t/>
            </a:r>
            <a:endParaRPr sz="688"/>
          </a:p>
        </p:txBody>
      </p:sp>
      <p:sp>
        <p:nvSpPr>
          <p:cNvPr id="1013" name="Google Shape;1013;p67"/>
          <p:cNvSpPr/>
          <p:nvPr/>
        </p:nvSpPr>
        <p:spPr>
          <a:xfrm rot="10800000">
            <a:off x="5003712" y="1852121"/>
            <a:ext cx="1728000" cy="5100"/>
          </a:xfrm>
          <a:prstGeom prst="rect">
            <a:avLst/>
          </a:prstGeom>
          <a:solidFill>
            <a:schemeClr val="lt1"/>
          </a:solidFill>
          <a:ln>
            <a:noFill/>
          </a:ln>
        </p:spPr>
        <p:txBody>
          <a:bodyPr anchorCtr="0" anchor="ctr" bIns="89900" lIns="89900" spcFirstLastPara="1" rIns="89900" wrap="square" tIns="89900">
            <a:noAutofit/>
          </a:bodyPr>
          <a:lstStyle/>
          <a:p>
            <a:pPr indent="0" lvl="0" marL="0" rtl="0" algn="ctr">
              <a:spcBef>
                <a:spcPts val="0"/>
              </a:spcBef>
              <a:spcAft>
                <a:spcPts val="0"/>
              </a:spcAft>
              <a:buNone/>
            </a:pPr>
            <a:r>
              <a:t/>
            </a:r>
            <a:endParaRPr sz="1377"/>
          </a:p>
        </p:txBody>
      </p:sp>
      <p:sp>
        <p:nvSpPr>
          <p:cNvPr id="1014" name="Google Shape;1014;p67"/>
          <p:cNvSpPr txBox="1"/>
          <p:nvPr/>
        </p:nvSpPr>
        <p:spPr>
          <a:xfrm>
            <a:off x="2339050" y="3694671"/>
            <a:ext cx="4461300" cy="59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100"/>
              <a:buFont typeface="Arial"/>
              <a:buNone/>
            </a:pPr>
            <a:r>
              <a:rPr lang="it" sz="600">
                <a:solidFill>
                  <a:srgbClr val="999999"/>
                </a:solidFill>
                <a:latin typeface="Jost"/>
                <a:ea typeface="Jost"/>
                <a:cs typeface="Jost"/>
                <a:sym typeface="Jost"/>
              </a:rPr>
              <a:t>Le idee, i progetti ed i processi contenuti in questo documento rappresentano una parte sostanziale dei servizi offerti da Green Media Lab Srl SB e rientrano pertanto nelle proprietà intellettuali di Green Media Lab Srl SB. Gli stessi non sono, quindi, in alcun modo oggetto di cessione, rimanendo tutelati dalla normativa sul diritto d’autore (copyright). E’ fatto pertanto espresso divieto di farne qualsivoglia uso, salvo l’espressa autorizzazione scritta da parte di Green Media Lab Srl SB.</a:t>
            </a:r>
            <a:endParaRPr sz="600">
              <a:solidFill>
                <a:srgbClr val="999999"/>
              </a:solidFill>
              <a:latin typeface="Jost"/>
              <a:ea typeface="Jost"/>
              <a:cs typeface="Jost"/>
              <a:sym typeface="Jost"/>
            </a:endParaRPr>
          </a:p>
        </p:txBody>
      </p:sp>
      <p:pic>
        <p:nvPicPr>
          <p:cNvPr id="1015" name="Google Shape;1015;p67"/>
          <p:cNvPicPr preferRelativeResize="0"/>
          <p:nvPr/>
        </p:nvPicPr>
        <p:blipFill>
          <a:blip r:embed="rId5">
            <a:alphaModFix/>
          </a:blip>
          <a:stretch>
            <a:fillRect/>
          </a:stretch>
        </p:blipFill>
        <p:spPr>
          <a:xfrm>
            <a:off x="5115531" y="1382744"/>
            <a:ext cx="1485517" cy="296650"/>
          </a:xfrm>
          <a:prstGeom prst="rect">
            <a:avLst/>
          </a:prstGeom>
          <a:noFill/>
          <a:ln>
            <a:noFill/>
          </a:ln>
        </p:spPr>
      </p:pic>
      <p:pic>
        <p:nvPicPr>
          <p:cNvPr id="1016" name="Google Shape;1016;p67"/>
          <p:cNvPicPr preferRelativeResize="0"/>
          <p:nvPr/>
        </p:nvPicPr>
        <p:blipFill rotWithShape="1">
          <a:blip r:embed="rId6">
            <a:alphaModFix/>
          </a:blip>
          <a:srcRect b="0" l="0" r="0" t="0"/>
          <a:stretch/>
        </p:blipFill>
        <p:spPr>
          <a:xfrm>
            <a:off x="6096949" y="2646863"/>
            <a:ext cx="532846" cy="432389"/>
          </a:xfrm>
          <a:prstGeom prst="rect">
            <a:avLst/>
          </a:prstGeom>
          <a:noFill/>
          <a:ln>
            <a:noFill/>
          </a:ln>
        </p:spPr>
      </p:pic>
      <p:pic>
        <p:nvPicPr>
          <p:cNvPr id="1017" name="Google Shape;1017;p67" title="Bcorp_logo_white.png"/>
          <p:cNvPicPr preferRelativeResize="0"/>
          <p:nvPr/>
        </p:nvPicPr>
        <p:blipFill>
          <a:blip r:embed="rId7">
            <a:alphaModFix/>
          </a:blip>
          <a:stretch>
            <a:fillRect/>
          </a:stretch>
        </p:blipFill>
        <p:spPr>
          <a:xfrm>
            <a:off x="5106969" y="2044547"/>
            <a:ext cx="915052" cy="459760"/>
          </a:xfrm>
          <a:prstGeom prst="rect">
            <a:avLst/>
          </a:prstGeom>
          <a:noFill/>
          <a:ln>
            <a:noFill/>
          </a:ln>
        </p:spPr>
      </p:pic>
      <p:pic>
        <p:nvPicPr>
          <p:cNvPr id="1018" name="Google Shape;1018;p67" title="SME_logo_white.png"/>
          <p:cNvPicPr preferRelativeResize="0"/>
          <p:nvPr/>
        </p:nvPicPr>
        <p:blipFill>
          <a:blip r:embed="rId8">
            <a:alphaModFix/>
          </a:blip>
          <a:stretch>
            <a:fillRect/>
          </a:stretch>
        </p:blipFill>
        <p:spPr>
          <a:xfrm>
            <a:off x="5096324" y="2714741"/>
            <a:ext cx="823209" cy="296645"/>
          </a:xfrm>
          <a:prstGeom prst="rect">
            <a:avLst/>
          </a:prstGeom>
          <a:noFill/>
          <a:ln>
            <a:noFill/>
          </a:ln>
        </p:spPr>
      </p:pic>
      <p:pic>
        <p:nvPicPr>
          <p:cNvPr id="1019" name="Google Shape;1019;p67" title="UN_WESUPPORT_WHITE.png"/>
          <p:cNvPicPr preferRelativeResize="0"/>
          <p:nvPr/>
        </p:nvPicPr>
        <p:blipFill>
          <a:blip r:embed="rId9">
            <a:alphaModFix/>
          </a:blip>
          <a:stretch>
            <a:fillRect/>
          </a:stretch>
        </p:blipFill>
        <p:spPr>
          <a:xfrm>
            <a:off x="6225455" y="2034112"/>
            <a:ext cx="409944" cy="480632"/>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86" name="Shape 286"/>
        <p:cNvGrpSpPr/>
        <p:nvPr/>
      </p:nvGrpSpPr>
      <p:grpSpPr>
        <a:xfrm>
          <a:off x="0" y="0"/>
          <a:ext cx="0" cy="0"/>
          <a:chOff x="0" y="0"/>
          <a:chExt cx="0" cy="0"/>
        </a:xfrm>
      </p:grpSpPr>
      <p:pic>
        <p:nvPicPr>
          <p:cNvPr id="287" name="Google Shape;287;p42" title="gradient_gml-new3.jpg"/>
          <p:cNvPicPr preferRelativeResize="0"/>
          <p:nvPr/>
        </p:nvPicPr>
        <p:blipFill rotWithShape="1">
          <a:blip r:embed="rId3">
            <a:alphaModFix/>
          </a:blip>
          <a:srcRect b="42344" l="0" r="0" t="34337"/>
          <a:stretch/>
        </p:blipFill>
        <p:spPr>
          <a:xfrm>
            <a:off x="-5400" y="0"/>
            <a:ext cx="9149400" cy="1200150"/>
          </a:xfrm>
          <a:prstGeom prst="rect">
            <a:avLst/>
          </a:prstGeom>
          <a:noFill/>
          <a:ln>
            <a:noFill/>
          </a:ln>
        </p:spPr>
      </p:pic>
      <p:sp>
        <p:nvSpPr>
          <p:cNvPr id="288" name="Google Shape;288;p42"/>
          <p:cNvSpPr txBox="1"/>
          <p:nvPr>
            <p:ph type="ctrTitle"/>
          </p:nvPr>
        </p:nvSpPr>
        <p:spPr>
          <a:xfrm>
            <a:off x="360000" y="566825"/>
            <a:ext cx="6260400" cy="367500"/>
          </a:xfrm>
          <a:prstGeom prst="rect">
            <a:avLst/>
          </a:prstGeom>
        </p:spPr>
        <p:txBody>
          <a:bodyPr anchorCtr="0" anchor="t" bIns="0" lIns="0" spcFirstLastPara="1" rIns="0" wrap="square" tIns="0">
            <a:noAutofit/>
          </a:bodyPr>
          <a:lstStyle/>
          <a:p>
            <a:pPr indent="0" lvl="0" marL="0" rtl="0" algn="l">
              <a:lnSpc>
                <a:spcPct val="75000"/>
              </a:lnSpc>
              <a:spcBef>
                <a:spcPts val="0"/>
              </a:spcBef>
              <a:spcAft>
                <a:spcPts val="0"/>
              </a:spcAft>
              <a:buNone/>
            </a:pPr>
            <a:r>
              <a:rPr b="1" lang="it" sz="3000">
                <a:solidFill>
                  <a:schemeClr val="lt1"/>
                </a:solidFill>
                <a:latin typeface="Unbounded"/>
                <a:ea typeface="Unbounded"/>
                <a:cs typeface="Unbounded"/>
                <a:sym typeface="Unbounded"/>
              </a:rPr>
              <a:t>Lorem Ipsum dolor </a:t>
            </a:r>
            <a:endParaRPr b="1" sz="3000">
              <a:solidFill>
                <a:schemeClr val="lt1"/>
              </a:solidFill>
              <a:latin typeface="Unbounded"/>
              <a:ea typeface="Unbounded"/>
              <a:cs typeface="Unbounded"/>
              <a:sym typeface="Unbounded"/>
            </a:endParaRPr>
          </a:p>
        </p:txBody>
      </p:sp>
      <p:cxnSp>
        <p:nvCxnSpPr>
          <p:cNvPr id="289" name="Google Shape;289;p42"/>
          <p:cNvCxnSpPr/>
          <p:nvPr/>
        </p:nvCxnSpPr>
        <p:spPr>
          <a:xfrm rot="10800000">
            <a:off x="1232100" y="270300"/>
            <a:ext cx="7469100" cy="0"/>
          </a:xfrm>
          <a:prstGeom prst="straightConnector1">
            <a:avLst/>
          </a:prstGeom>
          <a:noFill/>
          <a:ln cap="flat" cmpd="sng" w="9525">
            <a:solidFill>
              <a:schemeClr val="lt1"/>
            </a:solidFill>
            <a:prstDash val="solid"/>
            <a:round/>
            <a:headEnd len="med" w="med" type="none"/>
            <a:tailEnd len="med" w="med" type="none"/>
          </a:ln>
        </p:spPr>
      </p:cxnSp>
      <p:pic>
        <p:nvPicPr>
          <p:cNvPr id="290" name="Google Shape;290;p42"/>
          <p:cNvPicPr preferRelativeResize="0"/>
          <p:nvPr/>
        </p:nvPicPr>
        <p:blipFill>
          <a:blip r:embed="rId4">
            <a:alphaModFix/>
          </a:blip>
          <a:stretch>
            <a:fillRect/>
          </a:stretch>
        </p:blipFill>
        <p:spPr>
          <a:xfrm>
            <a:off x="8848650" y="203450"/>
            <a:ext cx="115350" cy="133099"/>
          </a:xfrm>
          <a:prstGeom prst="rect">
            <a:avLst/>
          </a:prstGeom>
          <a:noFill/>
          <a:ln>
            <a:noFill/>
          </a:ln>
        </p:spPr>
      </p:pic>
      <p:sp>
        <p:nvSpPr>
          <p:cNvPr id="291" name="Google Shape;291;p42"/>
          <p:cNvSpPr txBox="1"/>
          <p:nvPr>
            <p:ph idx="1" type="subTitle"/>
          </p:nvPr>
        </p:nvSpPr>
        <p:spPr>
          <a:xfrm>
            <a:off x="205066" y="228450"/>
            <a:ext cx="980700" cy="83100"/>
          </a:xfrm>
          <a:prstGeom prst="rect">
            <a:avLst/>
          </a:prstGeom>
        </p:spPr>
        <p:txBody>
          <a:bodyPr anchorCtr="0" anchor="t" bIns="0" lIns="0" spcFirstLastPara="1" rIns="0" wrap="square" tIns="0">
            <a:spAutoFit/>
          </a:bodyPr>
          <a:lstStyle/>
          <a:p>
            <a:pPr indent="0" lvl="0" marL="0" rtl="0" algn="l">
              <a:lnSpc>
                <a:spcPct val="90000"/>
              </a:lnSpc>
              <a:spcBef>
                <a:spcPts val="0"/>
              </a:spcBef>
              <a:spcAft>
                <a:spcPts val="0"/>
              </a:spcAft>
              <a:buNone/>
            </a:pPr>
            <a:r>
              <a:rPr b="1" lang="it" sz="600">
                <a:solidFill>
                  <a:schemeClr val="lt1"/>
                </a:solidFill>
                <a:latin typeface="Unbounded"/>
                <a:ea typeface="Unbounded"/>
                <a:cs typeface="Unbounded"/>
                <a:sym typeface="Unbounded"/>
              </a:rPr>
              <a:t>GREEN MEDIA LAB </a:t>
            </a:r>
            <a:endParaRPr b="1" sz="600">
              <a:solidFill>
                <a:schemeClr val="lt1"/>
              </a:solidFill>
              <a:latin typeface="Unbounded"/>
              <a:ea typeface="Unbounded"/>
              <a:cs typeface="Unbounded"/>
              <a:sym typeface="Unbounded"/>
            </a:endParaRPr>
          </a:p>
        </p:txBody>
      </p:sp>
      <p:pic>
        <p:nvPicPr>
          <p:cNvPr id="292" name="Google Shape;292;p42" title="IMG.png"/>
          <p:cNvPicPr preferRelativeResize="0"/>
          <p:nvPr/>
        </p:nvPicPr>
        <p:blipFill>
          <a:blip r:embed="rId5">
            <a:alphaModFix/>
          </a:blip>
          <a:stretch>
            <a:fillRect/>
          </a:stretch>
        </p:blipFill>
        <p:spPr>
          <a:xfrm>
            <a:off x="359999" y="1423775"/>
            <a:ext cx="8341200" cy="3362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